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62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9575E-4031-488E-9460-E7913FE069FD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EAF47-8A3C-4AF1-B84C-F26D1B307D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572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998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3230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5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3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113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013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4255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603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7414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43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7529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19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3B5661B-665A-99BB-1718-184626BB4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370" y="516835"/>
            <a:ext cx="3084844" cy="21038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z="3600" dirty="0">
                <a:solidFill>
                  <a:srgbClr val="FFFFFF"/>
                </a:solidFill>
              </a:rPr>
              <a:t>乒乓</a:t>
            </a:r>
            <a:r>
              <a:rPr lang="en-US" altLang="zh-TW" sz="3600" dirty="0">
                <a:solidFill>
                  <a:srgbClr val="FFFFFF"/>
                </a:solidFill>
              </a:rPr>
              <a:t>BATTLE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FB4E6A8-20BB-9CE2-132F-6D7DB7AC3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371" y="2653800"/>
            <a:ext cx="3084844" cy="3335519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指導教授 </a:t>
            </a:r>
            <a:r>
              <a:rPr lang="en-US" altLang="zh-TW" sz="1500" dirty="0">
                <a:solidFill>
                  <a:srgbClr val="FFFFFF"/>
                </a:solidFill>
                <a:latin typeface="+mn-lt"/>
              </a:rPr>
              <a:t>: </a:t>
            </a:r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陳朝烈 教授</a:t>
            </a:r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組長 </a:t>
            </a:r>
            <a:r>
              <a:rPr lang="en-US" altLang="zh-TW" sz="1500" dirty="0">
                <a:solidFill>
                  <a:srgbClr val="FFFFFF"/>
                </a:solidFill>
                <a:latin typeface="+mn-lt"/>
              </a:rPr>
              <a:t>: </a:t>
            </a:r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余立凱</a:t>
            </a:r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組員 </a:t>
            </a:r>
            <a:r>
              <a:rPr lang="en-US" altLang="zh-TW" sz="1500" dirty="0">
                <a:solidFill>
                  <a:srgbClr val="FFFFFF"/>
                </a:solidFill>
                <a:latin typeface="+mn-lt"/>
              </a:rPr>
              <a:t>: </a:t>
            </a:r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康佳元</a:t>
            </a:r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endParaRPr lang="en-US" altLang="zh-TW" sz="15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D37469B-F4B7-FB04-53FB-66FF7A6F44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58" r="26999" b="-1"/>
          <a:stretch>
            <a:fillRect/>
          </a:stretch>
        </p:blipFill>
        <p:spPr>
          <a:xfrm>
            <a:off x="4842429" y="640080"/>
            <a:ext cx="6597258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1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966A8D-A1C8-2A1A-B6A4-4019A2D2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需求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6657FF-7C4C-D11E-C2D1-163F66B44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功能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球拍能夠左右平移</a:t>
            </a:r>
            <a:endParaRPr lang="en-US" altLang="zh-TW" dirty="0"/>
          </a:p>
          <a:p>
            <a:pPr lvl="1"/>
            <a:r>
              <a:rPr lang="zh-TW" altLang="en-US" dirty="0"/>
              <a:t>發球</a:t>
            </a:r>
            <a:endParaRPr lang="en-US" altLang="zh-TW" dirty="0"/>
          </a:p>
          <a:p>
            <a:pPr lvl="1"/>
            <a:r>
              <a:rPr lang="zh-TW" altLang="en-US" dirty="0"/>
              <a:t>預測球反彈的軌跡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系統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Window10</a:t>
            </a:r>
            <a:r>
              <a:rPr lang="zh-TW" altLang="en-US" dirty="0"/>
              <a:t>、</a:t>
            </a:r>
            <a:r>
              <a:rPr lang="en-US" altLang="zh-TW" dirty="0"/>
              <a:t>11</a:t>
            </a:r>
          </a:p>
          <a:p>
            <a:r>
              <a:rPr lang="en-US" altLang="zh-TW" dirty="0"/>
              <a:t>Python3.12 ~ 3.14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9BCB5A-571C-477D-D0B4-0F8F345BD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3147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91C6D3-B692-83C9-92EF-FD173EEB0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Breakdown</a:t>
            </a:r>
            <a:endParaRPr lang="zh-TW" altLang="en-US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79B3F54-103C-5612-8387-B0A002B902E8}"/>
              </a:ext>
            </a:extLst>
          </p:cNvPr>
          <p:cNvSpPr/>
          <p:nvPr/>
        </p:nvSpPr>
        <p:spPr>
          <a:xfrm>
            <a:off x="5221317" y="1737360"/>
            <a:ext cx="1992285" cy="80356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Ping</a:t>
            </a:r>
            <a:r>
              <a:rPr lang="zh-TW" altLang="en-US" dirty="0"/>
              <a:t> </a:t>
            </a:r>
            <a:r>
              <a:rPr lang="en-US" altLang="zh-TW" dirty="0"/>
              <a:t>Pong</a:t>
            </a:r>
            <a:r>
              <a:rPr lang="zh-TW" altLang="en-US" dirty="0"/>
              <a:t> </a:t>
            </a:r>
            <a:r>
              <a:rPr lang="en-US" altLang="zh-TW" dirty="0"/>
              <a:t>Battle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F88D577-1E1D-5032-0EC3-D506E49C56FA}"/>
              </a:ext>
            </a:extLst>
          </p:cNvPr>
          <p:cNvSpPr/>
          <p:nvPr/>
        </p:nvSpPr>
        <p:spPr>
          <a:xfrm>
            <a:off x="5221317" y="3027217"/>
            <a:ext cx="1992285" cy="80356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遊戲規則</a:t>
            </a:r>
            <a:endParaRPr lang="en-US" altLang="zh-TW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484A1C8-3C27-6AA6-11A3-E486C3569B35}"/>
              </a:ext>
            </a:extLst>
          </p:cNvPr>
          <p:cNvSpPr/>
          <p:nvPr/>
        </p:nvSpPr>
        <p:spPr>
          <a:xfrm>
            <a:off x="1358670" y="3045694"/>
            <a:ext cx="1992285" cy="80356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物件</a:t>
            </a:r>
            <a:endParaRPr lang="en-US" altLang="zh-TW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A1D1E85-DDB5-6AD2-150D-9EB57F4781B8}"/>
              </a:ext>
            </a:extLst>
          </p:cNvPr>
          <p:cNvSpPr/>
          <p:nvPr/>
        </p:nvSpPr>
        <p:spPr>
          <a:xfrm>
            <a:off x="9095969" y="3045693"/>
            <a:ext cx="1992285" cy="80356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action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BF45171-C4A6-CBEB-397D-1A61B89A8110}"/>
              </a:ext>
            </a:extLst>
          </p:cNvPr>
          <p:cNvSpPr/>
          <p:nvPr/>
        </p:nvSpPr>
        <p:spPr>
          <a:xfrm>
            <a:off x="3081254" y="4590472"/>
            <a:ext cx="1185950" cy="5301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 Racket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7907F03F-8BC4-573D-9871-0F7018E4479F}"/>
              </a:ext>
            </a:extLst>
          </p:cNvPr>
          <p:cNvSpPr/>
          <p:nvPr/>
        </p:nvSpPr>
        <p:spPr>
          <a:xfrm>
            <a:off x="1761837" y="4590472"/>
            <a:ext cx="1185950" cy="53016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 ball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9D9E5B7-E25C-AC14-A7CD-EE166864E89C}"/>
              </a:ext>
            </a:extLst>
          </p:cNvPr>
          <p:cNvSpPr/>
          <p:nvPr/>
        </p:nvSpPr>
        <p:spPr>
          <a:xfrm>
            <a:off x="442420" y="4590473"/>
            <a:ext cx="1185950" cy="53016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 boundary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3511340-3241-56F8-BC29-9BBADB1C9236}"/>
              </a:ext>
            </a:extLst>
          </p:cNvPr>
          <p:cNvSpPr/>
          <p:nvPr/>
        </p:nvSpPr>
        <p:spPr>
          <a:xfrm>
            <a:off x="6620626" y="4325390"/>
            <a:ext cx="1733663" cy="96702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球抵達上下畫面邊界，會加分，並重置</a:t>
            </a:r>
            <a:endParaRPr lang="en-US" altLang="zh-TW" dirty="0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67FEBA6-7947-6153-710F-8B9C4036C005}"/>
              </a:ext>
            </a:extLst>
          </p:cNvPr>
          <p:cNvSpPr/>
          <p:nvPr/>
        </p:nvSpPr>
        <p:spPr>
          <a:xfrm>
            <a:off x="4380809" y="4334624"/>
            <a:ext cx="1733664" cy="5301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 </a:t>
            </a:r>
            <a:r>
              <a:rPr lang="zh-TW" altLang="en-US" dirty="0"/>
              <a:t>球抵達球拍或畫面邊界反彈</a:t>
            </a:r>
            <a:endParaRPr lang="en-US" altLang="zh-TW" dirty="0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794949EB-2454-C585-9CE4-ECBC1BDFCC6C}"/>
              </a:ext>
            </a:extLst>
          </p:cNvPr>
          <p:cNvSpPr/>
          <p:nvPr/>
        </p:nvSpPr>
        <p:spPr>
          <a:xfrm>
            <a:off x="8648005" y="4325391"/>
            <a:ext cx="2888214" cy="5301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球拍能左右移動並反彈球</a:t>
            </a:r>
            <a:endParaRPr lang="en-US" altLang="zh-TW" dirty="0"/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406AF3E0-C834-0C01-85E2-850BB156E9BB}"/>
              </a:ext>
            </a:extLst>
          </p:cNvPr>
          <p:cNvCxnSpPr>
            <a:cxnSpLocks/>
          </p:cNvCxnSpPr>
          <p:nvPr/>
        </p:nvCxnSpPr>
        <p:spPr>
          <a:xfrm>
            <a:off x="2354813" y="2687782"/>
            <a:ext cx="77650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5CD79C35-76D8-CB3B-A99A-594F9E0E1235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6217460" y="2540923"/>
            <a:ext cx="0" cy="4862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663FC469-E574-2D28-152E-D9D81411CB3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2354813" y="2706259"/>
            <a:ext cx="0" cy="339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935C5FE5-EB1B-273F-1578-A5CEE775892D}"/>
              </a:ext>
            </a:extLst>
          </p:cNvPr>
          <p:cNvCxnSpPr>
            <a:cxnSpLocks/>
          </p:cNvCxnSpPr>
          <p:nvPr/>
        </p:nvCxnSpPr>
        <p:spPr>
          <a:xfrm>
            <a:off x="10119820" y="2687782"/>
            <a:ext cx="0" cy="339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94156A82-0F3B-2BDA-D10B-D839FE1C1CC9}"/>
              </a:ext>
            </a:extLst>
          </p:cNvPr>
          <p:cNvCxnSpPr>
            <a:cxnSpLocks/>
          </p:cNvCxnSpPr>
          <p:nvPr/>
        </p:nvCxnSpPr>
        <p:spPr>
          <a:xfrm flipV="1">
            <a:off x="2354813" y="3830780"/>
            <a:ext cx="0" cy="759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D4360974-0C77-C0C3-3B47-C3354B0D3929}"/>
              </a:ext>
            </a:extLst>
          </p:cNvPr>
          <p:cNvCxnSpPr/>
          <p:nvPr/>
        </p:nvCxnSpPr>
        <p:spPr>
          <a:xfrm>
            <a:off x="1035395" y="4210626"/>
            <a:ext cx="26388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246A141B-765D-B865-3836-E55023E8EADF}"/>
              </a:ext>
            </a:extLst>
          </p:cNvPr>
          <p:cNvCxnSpPr>
            <a:endCxn id="11" idx="0"/>
          </p:cNvCxnSpPr>
          <p:nvPr/>
        </p:nvCxnSpPr>
        <p:spPr>
          <a:xfrm>
            <a:off x="3674229" y="4210626"/>
            <a:ext cx="0" cy="379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4D7AE7FF-1787-8C8A-6DD2-0B78AC42ADCE}"/>
              </a:ext>
            </a:extLst>
          </p:cNvPr>
          <p:cNvCxnSpPr>
            <a:endCxn id="13" idx="0"/>
          </p:cNvCxnSpPr>
          <p:nvPr/>
        </p:nvCxnSpPr>
        <p:spPr>
          <a:xfrm>
            <a:off x="1035395" y="4210626"/>
            <a:ext cx="0" cy="3798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C60F01B7-85B1-01DA-2DB9-A73218273BF8}"/>
              </a:ext>
            </a:extLst>
          </p:cNvPr>
          <p:cNvCxnSpPr>
            <a:cxnSpLocks/>
          </p:cNvCxnSpPr>
          <p:nvPr/>
        </p:nvCxnSpPr>
        <p:spPr>
          <a:xfrm>
            <a:off x="5221317" y="4064000"/>
            <a:ext cx="2266140" cy="9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96030242-EE25-98CD-53E1-EEFD1C11DA9C}"/>
              </a:ext>
            </a:extLst>
          </p:cNvPr>
          <p:cNvCxnSpPr/>
          <p:nvPr/>
        </p:nvCxnSpPr>
        <p:spPr>
          <a:xfrm>
            <a:off x="5221317" y="4073236"/>
            <a:ext cx="0" cy="252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6345C951-596C-FE14-712B-7DFE1DE26173}"/>
              </a:ext>
            </a:extLst>
          </p:cNvPr>
          <p:cNvCxnSpPr>
            <a:stCxn id="8" idx="2"/>
          </p:cNvCxnSpPr>
          <p:nvPr/>
        </p:nvCxnSpPr>
        <p:spPr>
          <a:xfrm flipH="1">
            <a:off x="6217459" y="3830780"/>
            <a:ext cx="1" cy="242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CD7FB5A6-A01B-4B9C-2E37-AF2386311208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7487458" y="4073236"/>
            <a:ext cx="0" cy="2521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9F326D-D763-E98B-A560-1AA494028B5A}"/>
              </a:ext>
            </a:extLst>
          </p:cNvPr>
          <p:cNvCxnSpPr>
            <a:stCxn id="10" idx="2"/>
            <a:endCxn id="19" idx="0"/>
          </p:cNvCxnSpPr>
          <p:nvPr/>
        </p:nvCxnSpPr>
        <p:spPr>
          <a:xfrm>
            <a:off x="10092112" y="3849256"/>
            <a:ext cx="0" cy="476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9D3FC2DF-6B86-82AF-51C3-794830768571}"/>
              </a:ext>
            </a:extLst>
          </p:cNvPr>
          <p:cNvSpPr/>
          <p:nvPr/>
        </p:nvSpPr>
        <p:spPr>
          <a:xfrm>
            <a:off x="5350627" y="5384800"/>
            <a:ext cx="1733663" cy="96702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當任一方分數達到</a:t>
            </a:r>
            <a:r>
              <a:rPr lang="en-US" altLang="zh-TW" dirty="0"/>
              <a:t>5</a:t>
            </a:r>
            <a:r>
              <a:rPr lang="zh-TW" altLang="en-US" dirty="0"/>
              <a:t>分，重置遊戲</a:t>
            </a:r>
            <a:endParaRPr lang="en-US" altLang="zh-TW" dirty="0"/>
          </a:p>
        </p:txBody>
      </p: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89665C72-B3C6-6583-0E7A-79B9358F10BC}"/>
              </a:ext>
            </a:extLst>
          </p:cNvPr>
          <p:cNvCxnSpPr/>
          <p:nvPr/>
        </p:nvCxnSpPr>
        <p:spPr>
          <a:xfrm>
            <a:off x="6217459" y="4064000"/>
            <a:ext cx="0" cy="1320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949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306119-ADC7-5659-2FDD-0DD96E22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Model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89A002-DCE4-C229-6A3A-47FE32438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/>
              <a:t>KNN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9014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FD4A33-93DD-ACB1-48B5-9378D9998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驗收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919649-1590-1E8A-9779-50BA3167C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TW" altLang="en-US" dirty="0"/>
              <a:t>能夠完成一場</a:t>
            </a:r>
            <a:r>
              <a:rPr lang="en-US" altLang="zh-TW" dirty="0"/>
              <a:t>11</a:t>
            </a:r>
            <a:r>
              <a:rPr lang="zh-TW" altLang="en-US" dirty="0"/>
              <a:t>分制的比賽</a:t>
            </a:r>
            <a:endParaRPr lang="en-US" altLang="zh-TW" dirty="0"/>
          </a:p>
          <a:p>
            <a:pPr lvl="1"/>
            <a:r>
              <a:rPr lang="zh-TW" altLang="en-US" dirty="0"/>
              <a:t>可正常控制球拍</a:t>
            </a:r>
            <a:endParaRPr lang="en-US" altLang="zh-TW" dirty="0"/>
          </a:p>
          <a:p>
            <a:pPr lvl="1"/>
            <a:r>
              <a:rPr lang="zh-TW" altLang="en-US" dirty="0"/>
              <a:t>能連續進行回拍</a:t>
            </a:r>
            <a:endParaRPr lang="en-US" altLang="zh-TW" dirty="0"/>
          </a:p>
          <a:p>
            <a:pPr lvl="1"/>
            <a:r>
              <a:rPr lang="zh-TW" altLang="en-US" dirty="0"/>
              <a:t>在球速提升的情況下，拍子移動速度會跟者加快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61160300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293</TotalTime>
  <Words>123</Words>
  <Application>Microsoft Office PowerPoint</Application>
  <PresentationFormat>寬螢幕</PresentationFormat>
  <Paragraphs>34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Aptos</vt:lpstr>
      <vt:lpstr>Calibri</vt:lpstr>
      <vt:lpstr>Calibri Light</vt:lpstr>
      <vt:lpstr>回顧</vt:lpstr>
      <vt:lpstr>乒乓BATTLE</vt:lpstr>
      <vt:lpstr>需求</vt:lpstr>
      <vt:lpstr>Breakdown</vt:lpstr>
      <vt:lpstr>Model</vt:lpstr>
      <vt:lpstr>驗收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F113112134</dc:creator>
  <cp:lastModifiedBy>F113112134</cp:lastModifiedBy>
  <cp:revision>6</cp:revision>
  <dcterms:created xsi:type="dcterms:W3CDTF">2025-11-19T08:04:07Z</dcterms:created>
  <dcterms:modified xsi:type="dcterms:W3CDTF">2025-11-19T13:00:35Z</dcterms:modified>
</cp:coreProperties>
</file>