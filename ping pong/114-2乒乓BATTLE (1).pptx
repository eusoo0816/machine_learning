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4" r:id="rId4"/>
    <p:sldId id="301" r:id="rId5"/>
    <p:sldId id="299" r:id="rId6"/>
    <p:sldId id="318" r:id="rId7"/>
    <p:sldId id="262" r:id="rId8"/>
    <p:sldId id="263" r:id="rId9"/>
    <p:sldId id="261" r:id="rId10"/>
    <p:sldId id="267" r:id="rId11"/>
    <p:sldId id="268" r:id="rId12"/>
    <p:sldId id="269" r:id="rId13"/>
    <p:sldId id="270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2AF52B-C88F-43B6-8466-263DC61B977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ACC06892-9C38-4BAC-BA7E-067FAECF4250}">
      <dgm:prSet/>
      <dgm:spPr>
        <a:solidFill>
          <a:srgbClr val="FFC000"/>
        </a:solidFill>
        <a:ln w="28575"/>
      </dgm:spPr>
      <dgm:t>
        <a:bodyPr/>
        <a:lstStyle/>
        <a:p>
          <a:r>
            <a:rPr lang="zh-TW" altLang="en-US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乒乓球</a:t>
          </a:r>
        </a:p>
      </dgm:t>
    </dgm:pt>
    <dgm:pt modelId="{E6841F62-33E5-4FCB-840C-3EF66DC270F4}" type="parTrans" cxnId="{DD4246D5-5746-4CAA-9C73-6EFD1C2F76D1}">
      <dgm:prSet/>
      <dgm:spPr/>
      <dgm:t>
        <a:bodyPr/>
        <a:lstStyle/>
        <a:p>
          <a:endParaRPr lang="zh-TW" altLang="en-US">
            <a:solidFill>
              <a:sysClr val="windowText" lastClr="000000"/>
            </a:solidFill>
          </a:endParaRPr>
        </a:p>
      </dgm:t>
    </dgm:pt>
    <dgm:pt modelId="{07960AB9-E23E-4177-8E07-F5C4486F4479}" type="sibTrans" cxnId="{DD4246D5-5746-4CAA-9C73-6EFD1C2F76D1}">
      <dgm:prSet/>
      <dgm:spPr/>
      <dgm:t>
        <a:bodyPr/>
        <a:lstStyle/>
        <a:p>
          <a:endParaRPr lang="zh-TW" altLang="en-US">
            <a:solidFill>
              <a:sysClr val="windowText" lastClr="000000"/>
            </a:solidFill>
          </a:endParaRPr>
        </a:p>
      </dgm:t>
    </dgm:pt>
    <dgm:pt modelId="{6948DC63-3806-4A16-9CB7-9594D34A2954}">
      <dgm:prSet/>
      <dgm:spPr>
        <a:solidFill>
          <a:srgbClr val="00B050"/>
        </a:solidFill>
      </dgm:spPr>
      <dgm:t>
        <a:bodyPr/>
        <a:lstStyle/>
        <a:p>
          <a:r>
            <a:rPr lang="en-US" altLang="zh-TW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KNN</a:t>
          </a:r>
          <a:endParaRPr lang="zh-TW" altLang="en-US" baseline="0" dirty="0">
            <a:solidFill>
              <a:sysClr val="windowText" lastClr="000000"/>
            </a:solidFill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1E4ADDF2-D75F-40D3-94DC-CADB77D6D1D0}" type="parTrans" cxnId="{22EF0D15-9DA5-4639-8A0A-FEECDFD1B216}">
      <dgm:prSet/>
      <dgm:spPr>
        <a:ln>
          <a:solidFill>
            <a:schemeClr val="accent2"/>
          </a:solidFill>
        </a:ln>
      </dgm:spPr>
      <dgm:t>
        <a:bodyPr/>
        <a:lstStyle/>
        <a:p>
          <a:endParaRPr lang="zh-TW" altLang="en-US">
            <a:solidFill>
              <a:sysClr val="windowText" lastClr="000000"/>
            </a:solidFill>
          </a:endParaRPr>
        </a:p>
      </dgm:t>
    </dgm:pt>
    <dgm:pt modelId="{7278374E-1C52-4118-93B3-A1000E9216DB}" type="sibTrans" cxnId="{22EF0D15-9DA5-4639-8A0A-FEECDFD1B216}">
      <dgm:prSet/>
      <dgm:spPr/>
      <dgm:t>
        <a:bodyPr/>
        <a:lstStyle/>
        <a:p>
          <a:endParaRPr lang="zh-TW" altLang="en-US">
            <a:solidFill>
              <a:sysClr val="windowText" lastClr="000000"/>
            </a:solidFill>
          </a:endParaRPr>
        </a:p>
      </dgm:t>
    </dgm:pt>
    <dgm:pt modelId="{8B41DAAB-5904-48CB-967D-A7DB94B52484}">
      <dgm:prSet/>
      <dgm:spPr>
        <a:solidFill>
          <a:srgbClr val="00B0F0"/>
        </a:solidFill>
      </dgm:spPr>
      <dgm:t>
        <a:bodyPr/>
        <a:lstStyle/>
        <a:p>
          <a:r>
            <a:rPr lang="zh-TW" altLang="en-US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模型載入</a:t>
          </a:r>
        </a:p>
      </dgm:t>
    </dgm:pt>
    <dgm:pt modelId="{BD07B6A3-7B1D-4627-BFC8-3058325BA360}" type="parTrans" cxnId="{03DA0279-9891-4E69-BC3A-B155278DEC53}">
      <dgm:prSet/>
      <dgm:spPr/>
      <dgm:t>
        <a:bodyPr/>
        <a:lstStyle/>
        <a:p>
          <a:endParaRPr lang="zh-TW" altLang="en-US">
            <a:solidFill>
              <a:sysClr val="windowText" lastClr="000000"/>
            </a:solidFill>
          </a:endParaRPr>
        </a:p>
      </dgm:t>
    </dgm:pt>
    <dgm:pt modelId="{3511B2C8-220C-4C14-B71E-E4A4071F941D}" type="sibTrans" cxnId="{03DA0279-9891-4E69-BC3A-B155278DEC53}">
      <dgm:prSet/>
      <dgm:spPr/>
      <dgm:t>
        <a:bodyPr/>
        <a:lstStyle/>
        <a:p>
          <a:endParaRPr lang="zh-TW" altLang="en-US">
            <a:solidFill>
              <a:sysClr val="windowText" lastClr="000000"/>
            </a:solidFill>
          </a:endParaRPr>
        </a:p>
      </dgm:t>
    </dgm:pt>
    <dgm:pt modelId="{5A184ADC-CC7E-4923-96F7-7C95A18CCE1C}">
      <dgm:prSet/>
      <dgm:spPr>
        <a:solidFill>
          <a:srgbClr val="00B0F0"/>
        </a:solidFill>
      </dgm:spPr>
      <dgm:t>
        <a:bodyPr/>
        <a:lstStyle/>
        <a:p>
          <a:r>
            <a:rPr lang="zh-TW" altLang="en-US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模型訓練</a:t>
          </a:r>
        </a:p>
      </dgm:t>
    </dgm:pt>
    <dgm:pt modelId="{496908AD-138E-43BD-8856-79BAD33D8F54}" type="parTrans" cxnId="{6AC6A773-38AB-4E43-8185-17837CAF54C1}">
      <dgm:prSet/>
      <dgm:spPr/>
      <dgm:t>
        <a:bodyPr/>
        <a:lstStyle/>
        <a:p>
          <a:endParaRPr lang="zh-TW" altLang="en-US">
            <a:solidFill>
              <a:sysClr val="windowText" lastClr="000000"/>
            </a:solidFill>
          </a:endParaRPr>
        </a:p>
      </dgm:t>
    </dgm:pt>
    <dgm:pt modelId="{FA3F257A-58DD-4D7F-BF11-25A78186435E}" type="sibTrans" cxnId="{6AC6A773-38AB-4E43-8185-17837CAF54C1}">
      <dgm:prSet/>
      <dgm:spPr/>
      <dgm:t>
        <a:bodyPr/>
        <a:lstStyle/>
        <a:p>
          <a:endParaRPr lang="zh-TW" altLang="en-US">
            <a:solidFill>
              <a:sysClr val="windowText" lastClr="000000"/>
            </a:solidFill>
          </a:endParaRPr>
        </a:p>
      </dgm:t>
    </dgm:pt>
    <dgm:pt modelId="{0AEA478B-F77B-4BE6-9FF4-31147C4ACB99}">
      <dgm:prSet/>
      <dgm:spPr>
        <a:solidFill>
          <a:srgbClr val="00B0F0"/>
        </a:solidFill>
      </dgm:spPr>
      <dgm:t>
        <a:bodyPr/>
        <a:lstStyle/>
        <a:p>
          <a:r>
            <a:rPr lang="zh-TW" altLang="en-US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模型儲存</a:t>
          </a:r>
        </a:p>
      </dgm:t>
    </dgm:pt>
    <dgm:pt modelId="{AAA9365C-2A2A-4C53-9F6D-F954FB5A25EB}" type="parTrans" cxnId="{0B17AD0B-FBE0-4A8A-9541-F07C3F070722}">
      <dgm:prSet/>
      <dgm:spPr/>
      <dgm:t>
        <a:bodyPr/>
        <a:lstStyle/>
        <a:p>
          <a:endParaRPr lang="zh-TW" altLang="en-US">
            <a:solidFill>
              <a:sysClr val="windowText" lastClr="000000"/>
            </a:solidFill>
          </a:endParaRPr>
        </a:p>
      </dgm:t>
    </dgm:pt>
    <dgm:pt modelId="{B24E2875-640E-4C7E-A7C8-F4C5D2829F82}" type="sibTrans" cxnId="{0B17AD0B-FBE0-4A8A-9541-F07C3F070722}">
      <dgm:prSet/>
      <dgm:spPr/>
      <dgm:t>
        <a:bodyPr/>
        <a:lstStyle/>
        <a:p>
          <a:endParaRPr lang="zh-TW" altLang="en-US">
            <a:solidFill>
              <a:sysClr val="windowText" lastClr="000000"/>
            </a:solidFill>
          </a:endParaRPr>
        </a:p>
      </dgm:t>
    </dgm:pt>
    <dgm:pt modelId="{C9315201-D7F1-40AD-8511-0DD626113FCF}">
      <dgm:prSet/>
      <dgm:spPr>
        <a:solidFill>
          <a:srgbClr val="00B0F0"/>
        </a:solidFill>
      </dgm:spPr>
      <dgm:t>
        <a:bodyPr/>
        <a:lstStyle/>
        <a:p>
          <a:r>
            <a:rPr lang="zh-TW" altLang="en-US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模型預測</a:t>
          </a:r>
        </a:p>
      </dgm:t>
    </dgm:pt>
    <dgm:pt modelId="{4976E8E0-5598-4A74-95DB-E351AB5B6201}" type="parTrans" cxnId="{3BF6A9F1-72C4-4D57-9DB4-D9CF87EC9EF5}">
      <dgm:prSet/>
      <dgm:spPr/>
      <dgm:t>
        <a:bodyPr/>
        <a:lstStyle/>
        <a:p>
          <a:endParaRPr lang="zh-TW" altLang="en-US">
            <a:solidFill>
              <a:sysClr val="windowText" lastClr="000000"/>
            </a:solidFill>
          </a:endParaRPr>
        </a:p>
      </dgm:t>
    </dgm:pt>
    <dgm:pt modelId="{CC2D2113-EE14-491F-8A5E-A3C424CDD9B3}" type="sibTrans" cxnId="{3BF6A9F1-72C4-4D57-9DB4-D9CF87EC9EF5}">
      <dgm:prSet/>
      <dgm:spPr/>
      <dgm:t>
        <a:bodyPr/>
        <a:lstStyle/>
        <a:p>
          <a:endParaRPr lang="zh-TW" altLang="en-US">
            <a:solidFill>
              <a:sysClr val="windowText" lastClr="000000"/>
            </a:solidFill>
          </a:endParaRPr>
        </a:p>
      </dgm:t>
    </dgm:pt>
    <dgm:pt modelId="{7A032A4E-FC12-4364-9EFD-DF839946E7E0}">
      <dgm:prSet custT="1"/>
      <dgm:spPr>
        <a:solidFill>
          <a:srgbClr val="E48312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+mn-cs"/>
            </a:rPr>
            <a:t>參數</a:t>
          </a:r>
        </a:p>
      </dgm:t>
    </dgm:pt>
    <dgm:pt modelId="{103DCBDB-E9C3-425D-BB75-000CC4A7493B}" type="parTrans" cxnId="{4F7B3D09-D807-4834-AD24-0B0044BAA7CB}">
      <dgm:prSet/>
      <dgm:spPr/>
      <dgm:t>
        <a:bodyPr/>
        <a:lstStyle/>
        <a:p>
          <a:endParaRPr lang="zh-TW" altLang="en-US"/>
        </a:p>
      </dgm:t>
    </dgm:pt>
    <dgm:pt modelId="{20A5930B-B857-44A2-B4E7-B870931109AA}" type="sibTrans" cxnId="{4F7B3D09-D807-4834-AD24-0B0044BAA7CB}">
      <dgm:prSet/>
      <dgm:spPr/>
      <dgm:t>
        <a:bodyPr/>
        <a:lstStyle/>
        <a:p>
          <a:endParaRPr lang="zh-TW" altLang="en-US"/>
        </a:p>
      </dgm:t>
    </dgm:pt>
    <dgm:pt modelId="{F4E07189-7C77-4E99-97AC-E0E71F33D712}">
      <dgm:prSet custT="1"/>
      <dgm:spPr>
        <a:solidFill>
          <a:srgbClr val="E48312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+mn-cs"/>
            </a:rPr>
            <a:t>場景資訊</a:t>
          </a:r>
        </a:p>
      </dgm:t>
    </dgm:pt>
    <dgm:pt modelId="{36BEB16D-6462-43FB-B36F-BF4936AD34BC}" type="parTrans" cxnId="{A4C3B4CC-656E-483D-A462-B4B0C1F99F59}">
      <dgm:prSet/>
      <dgm:spPr/>
      <dgm:t>
        <a:bodyPr/>
        <a:lstStyle/>
        <a:p>
          <a:endParaRPr lang="zh-TW" altLang="en-US"/>
        </a:p>
      </dgm:t>
    </dgm:pt>
    <dgm:pt modelId="{0A606B29-3142-431B-B5AE-01D43EB731F0}" type="sibTrans" cxnId="{A4C3B4CC-656E-483D-A462-B4B0C1F99F59}">
      <dgm:prSet/>
      <dgm:spPr/>
      <dgm:t>
        <a:bodyPr/>
        <a:lstStyle/>
        <a:p>
          <a:endParaRPr lang="zh-TW" altLang="en-US"/>
        </a:p>
      </dgm:t>
    </dgm:pt>
    <dgm:pt modelId="{643D418E-76AE-4B38-A558-CA26E6377DAB}">
      <dgm:prSet/>
      <dgm:spPr/>
      <dgm:t>
        <a:bodyPr/>
        <a:lstStyle/>
        <a:p>
          <a:r>
            <a:rPr lang="zh-TW" altLang="en-US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邊界</a:t>
          </a:r>
        </a:p>
      </dgm:t>
    </dgm:pt>
    <dgm:pt modelId="{B64CA087-2760-4F4C-8A49-91F142D3E9A5}" type="parTrans" cxnId="{84096FD3-5189-48CB-8AC5-3F5A5404635D}">
      <dgm:prSet/>
      <dgm:spPr/>
      <dgm:t>
        <a:bodyPr/>
        <a:lstStyle/>
        <a:p>
          <a:endParaRPr lang="zh-TW" altLang="en-US"/>
        </a:p>
      </dgm:t>
    </dgm:pt>
    <dgm:pt modelId="{F20A44EA-1E32-4326-AC4C-4DCE8E11E8B2}" type="sibTrans" cxnId="{84096FD3-5189-48CB-8AC5-3F5A5404635D}">
      <dgm:prSet/>
      <dgm:spPr/>
      <dgm:t>
        <a:bodyPr/>
        <a:lstStyle/>
        <a:p>
          <a:endParaRPr lang="zh-TW" altLang="en-US"/>
        </a:p>
      </dgm:t>
    </dgm:pt>
    <dgm:pt modelId="{CE0C267D-AAC2-4920-ADF7-749B22DA0CC4}">
      <dgm:prSet/>
      <dgm:spPr/>
      <dgm:t>
        <a:bodyPr/>
        <a:lstStyle/>
        <a:p>
          <a:r>
            <a:rPr lang="zh-TW" altLang="en-US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球座標</a:t>
          </a:r>
        </a:p>
      </dgm:t>
    </dgm:pt>
    <dgm:pt modelId="{C5B87BAE-AA71-4A7D-A21D-A4A9D33E3562}" type="parTrans" cxnId="{F4FF597D-5010-4C8B-9FCD-D087DC67B960}">
      <dgm:prSet/>
      <dgm:spPr/>
      <dgm:t>
        <a:bodyPr/>
        <a:lstStyle/>
        <a:p>
          <a:endParaRPr lang="zh-TW" altLang="en-US"/>
        </a:p>
      </dgm:t>
    </dgm:pt>
    <dgm:pt modelId="{77D8955E-883E-437A-A044-48EAD6E9D073}" type="sibTrans" cxnId="{F4FF597D-5010-4C8B-9FCD-D087DC67B960}">
      <dgm:prSet/>
      <dgm:spPr/>
      <dgm:t>
        <a:bodyPr/>
        <a:lstStyle/>
        <a:p>
          <a:endParaRPr lang="zh-TW" altLang="en-US"/>
        </a:p>
      </dgm:t>
    </dgm:pt>
    <dgm:pt modelId="{8BCA78FA-0652-4B07-9E43-93F7E0C085DA}">
      <dgm:prSet/>
      <dgm:spPr/>
      <dgm:t>
        <a:bodyPr/>
        <a:lstStyle/>
        <a:p>
          <a:r>
            <a:rPr lang="zh-TW" altLang="en-US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球速</a:t>
          </a:r>
        </a:p>
      </dgm:t>
    </dgm:pt>
    <dgm:pt modelId="{9D1D59B0-BFF9-4DFE-B994-51E0C0CAC38C}" type="parTrans" cxnId="{0BA71573-A4B5-47DE-B992-A79E688C3921}">
      <dgm:prSet/>
      <dgm:spPr/>
      <dgm:t>
        <a:bodyPr/>
        <a:lstStyle/>
        <a:p>
          <a:endParaRPr lang="zh-TW" altLang="en-US"/>
        </a:p>
      </dgm:t>
    </dgm:pt>
    <dgm:pt modelId="{E858C72D-4FE2-41D3-8C1D-6AA5DA7B88BB}" type="sibTrans" cxnId="{0BA71573-A4B5-47DE-B992-A79E688C3921}">
      <dgm:prSet/>
      <dgm:spPr/>
      <dgm:t>
        <a:bodyPr/>
        <a:lstStyle/>
        <a:p>
          <a:endParaRPr lang="zh-TW" altLang="en-US"/>
        </a:p>
      </dgm:t>
    </dgm:pt>
    <dgm:pt modelId="{35376F0D-4849-4431-8EB6-5FE28FC8DCD2}">
      <dgm:prSet/>
      <dgm:spPr/>
      <dgm:t>
        <a:bodyPr/>
        <a:lstStyle/>
        <a:p>
          <a:r>
            <a:rPr lang="zh-TW" altLang="en-US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板子座標</a:t>
          </a:r>
        </a:p>
      </dgm:t>
    </dgm:pt>
    <dgm:pt modelId="{AF8966C5-63AC-4F6A-B1E9-1559389D3B01}" type="parTrans" cxnId="{554AC2C9-835B-4D42-B0E3-E7B270A7C075}">
      <dgm:prSet/>
      <dgm:spPr/>
      <dgm:t>
        <a:bodyPr/>
        <a:lstStyle/>
        <a:p>
          <a:endParaRPr lang="zh-TW" altLang="en-US"/>
        </a:p>
      </dgm:t>
    </dgm:pt>
    <dgm:pt modelId="{5AFE4D6A-DC26-45D7-AA22-E913161069C8}" type="sibTrans" cxnId="{554AC2C9-835B-4D42-B0E3-E7B270A7C075}">
      <dgm:prSet/>
      <dgm:spPr/>
      <dgm:t>
        <a:bodyPr/>
        <a:lstStyle/>
        <a:p>
          <a:endParaRPr lang="zh-TW" altLang="en-US"/>
        </a:p>
      </dgm:t>
    </dgm:pt>
    <dgm:pt modelId="{0FFE6E77-91C3-4410-B918-283A9B53B00C}">
      <dgm:prSet/>
      <dgm:spPr/>
      <dgm:t>
        <a:bodyPr/>
        <a:lstStyle/>
        <a:p>
          <a:r>
            <a:rPr lang="zh-TW" altLang="en-US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障礙物座標</a:t>
          </a:r>
        </a:p>
      </dgm:t>
    </dgm:pt>
    <dgm:pt modelId="{5B679684-B2E0-4AE6-BD56-B67422AB2E48}" type="parTrans" cxnId="{4DB758D1-0993-4BDA-8BCB-52BEE1E264BE}">
      <dgm:prSet/>
      <dgm:spPr/>
      <dgm:t>
        <a:bodyPr/>
        <a:lstStyle/>
        <a:p>
          <a:endParaRPr lang="zh-TW" altLang="en-US"/>
        </a:p>
      </dgm:t>
    </dgm:pt>
    <dgm:pt modelId="{241FE446-5833-4D5A-A2AA-7203B347626D}" type="sibTrans" cxnId="{4DB758D1-0993-4BDA-8BCB-52BEE1E264BE}">
      <dgm:prSet/>
      <dgm:spPr/>
      <dgm:t>
        <a:bodyPr/>
        <a:lstStyle/>
        <a:p>
          <a:endParaRPr lang="zh-TW" altLang="en-US"/>
        </a:p>
      </dgm:t>
    </dgm:pt>
    <dgm:pt modelId="{6C7C6FF3-971A-43D5-A1AB-544FE47BB9CD}">
      <dgm:prSet custT="1"/>
      <dgm:spPr>
        <a:solidFill>
          <a:srgbClr val="E48312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+mn-cs"/>
            </a:rPr>
            <a:t>樣本蒐集</a:t>
          </a:r>
        </a:p>
      </dgm:t>
    </dgm:pt>
    <dgm:pt modelId="{9778AD1D-64CC-4FEC-A51B-4C3263546C2C}" type="sibTrans" cxnId="{BC72EA86-97F1-4521-ABB3-8910E0C646E2}">
      <dgm:prSet/>
      <dgm:spPr/>
      <dgm:t>
        <a:bodyPr/>
        <a:lstStyle/>
        <a:p>
          <a:endParaRPr lang="zh-TW" altLang="en-US"/>
        </a:p>
      </dgm:t>
    </dgm:pt>
    <dgm:pt modelId="{E095DDE9-6F9F-4B84-8744-A8094FD6F7B0}" type="parTrans" cxnId="{BC72EA86-97F1-4521-ABB3-8910E0C646E2}">
      <dgm:prSet/>
      <dgm:spPr/>
      <dgm:t>
        <a:bodyPr/>
        <a:lstStyle/>
        <a:p>
          <a:endParaRPr lang="zh-TW" altLang="en-US"/>
        </a:p>
      </dgm:t>
    </dgm:pt>
    <dgm:pt modelId="{74B894D6-9B30-429B-9E46-C109FCB1666B}">
      <dgm:prSet/>
      <dgm:spPr/>
      <dgm:t>
        <a:bodyPr/>
        <a:lstStyle/>
        <a:p>
          <a:r>
            <a:rPr lang="zh-TW" altLang="en-US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球座標</a:t>
          </a:r>
        </a:p>
      </dgm:t>
    </dgm:pt>
    <dgm:pt modelId="{B3BD398E-9AC0-4013-B56D-7C66E26B06D1}" type="sibTrans" cxnId="{F3A42CD6-4164-45CA-9E43-6378AC07EF4D}">
      <dgm:prSet/>
      <dgm:spPr/>
      <dgm:t>
        <a:bodyPr/>
        <a:lstStyle/>
        <a:p>
          <a:endParaRPr lang="zh-TW" altLang="en-US"/>
        </a:p>
      </dgm:t>
    </dgm:pt>
    <dgm:pt modelId="{CABB25A7-4491-44CB-B621-FE00C333CCAF}" type="parTrans" cxnId="{F3A42CD6-4164-45CA-9E43-6378AC07EF4D}">
      <dgm:prSet/>
      <dgm:spPr/>
      <dgm:t>
        <a:bodyPr/>
        <a:lstStyle/>
        <a:p>
          <a:endParaRPr lang="zh-TW" altLang="en-US"/>
        </a:p>
      </dgm:t>
    </dgm:pt>
    <dgm:pt modelId="{C0926D43-A5D6-4FB7-B18D-54883BC76CC8}">
      <dgm:prSet/>
      <dgm:spPr/>
      <dgm:t>
        <a:bodyPr/>
        <a:lstStyle/>
        <a:p>
          <a:r>
            <a:rPr lang="zh-TW" altLang="en-US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球向量</a:t>
          </a:r>
        </a:p>
      </dgm:t>
    </dgm:pt>
    <dgm:pt modelId="{17452B09-0BCF-4802-8FA4-B681B60A882A}" type="sibTrans" cxnId="{1A833696-E3FB-42C9-81AE-70A4467FB720}">
      <dgm:prSet/>
      <dgm:spPr/>
      <dgm:t>
        <a:bodyPr/>
        <a:lstStyle/>
        <a:p>
          <a:endParaRPr lang="zh-TW" altLang="en-US"/>
        </a:p>
      </dgm:t>
    </dgm:pt>
    <dgm:pt modelId="{C30FDFB8-E0B9-4CE4-9C36-A0B4E11316A9}" type="parTrans" cxnId="{1A833696-E3FB-42C9-81AE-70A4467FB720}">
      <dgm:prSet/>
      <dgm:spPr/>
      <dgm:t>
        <a:bodyPr/>
        <a:lstStyle/>
        <a:p>
          <a:endParaRPr lang="zh-TW" altLang="en-US"/>
        </a:p>
      </dgm:t>
    </dgm:pt>
    <dgm:pt modelId="{F0CD9FF4-32A6-48E3-AC69-33DF797B9D0F}">
      <dgm:prSet/>
      <dgm:spPr/>
      <dgm:t>
        <a:bodyPr/>
        <a:lstStyle/>
        <a:p>
          <a:r>
            <a:rPr lang="zh-TW" altLang="en-US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計算的落點</a:t>
          </a:r>
        </a:p>
      </dgm:t>
    </dgm:pt>
    <dgm:pt modelId="{3D334620-4A0D-4207-BE24-7EA3108D370A}" type="sibTrans" cxnId="{3BCAED58-9626-478E-BF9B-A0D7EC88E284}">
      <dgm:prSet/>
      <dgm:spPr/>
      <dgm:t>
        <a:bodyPr/>
        <a:lstStyle/>
        <a:p>
          <a:endParaRPr lang="zh-TW" altLang="en-US"/>
        </a:p>
      </dgm:t>
    </dgm:pt>
    <dgm:pt modelId="{3F0258CC-DBE4-4DD2-BDC8-4990E425469B}" type="parTrans" cxnId="{3BCAED58-9626-478E-BF9B-A0D7EC88E284}">
      <dgm:prSet/>
      <dgm:spPr/>
      <dgm:t>
        <a:bodyPr/>
        <a:lstStyle/>
        <a:p>
          <a:endParaRPr lang="zh-TW" altLang="en-US"/>
        </a:p>
      </dgm:t>
    </dgm:pt>
    <dgm:pt modelId="{F78474BA-257B-4F7F-B8EE-77501871400C}">
      <dgm:prSet custT="1"/>
      <dgm:spPr>
        <a:solidFill>
          <a:srgbClr val="00B050"/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baseline="0" dirty="0" err="1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+mn-cs"/>
            </a:rPr>
            <a:t>MLPlay</a:t>
          </a:r>
          <a:endParaRPr lang="zh-TW" altLang="en-US" sz="1600" kern="1200" baseline="0" dirty="0">
            <a:solidFill>
              <a:sysClr val="windowText" lastClr="000000"/>
            </a:solidFill>
            <a:latin typeface="Times New Roman" panose="02020603050405020304" pitchFamily="18" charset="0"/>
            <a:ea typeface="標楷體" panose="03000509000000000000" pitchFamily="65" charset="-120"/>
            <a:cs typeface="+mn-cs"/>
          </a:endParaRPr>
        </a:p>
      </dgm:t>
    </dgm:pt>
    <dgm:pt modelId="{F875F2BD-C4A4-4AD3-A484-B29524756B09}" type="parTrans" cxnId="{083E689E-DBC9-439D-A54B-2887FE1327B7}">
      <dgm:prSet/>
      <dgm:spPr/>
      <dgm:t>
        <a:bodyPr/>
        <a:lstStyle/>
        <a:p>
          <a:endParaRPr lang="zh-TW" altLang="en-US"/>
        </a:p>
      </dgm:t>
    </dgm:pt>
    <dgm:pt modelId="{65DEF82D-8EDC-4C56-A69B-1E1BEFD4B538}" type="sibTrans" cxnId="{083E689E-DBC9-439D-A54B-2887FE1327B7}">
      <dgm:prSet/>
      <dgm:spPr/>
      <dgm:t>
        <a:bodyPr/>
        <a:lstStyle/>
        <a:p>
          <a:endParaRPr lang="zh-TW" altLang="en-US"/>
        </a:p>
      </dgm:t>
    </dgm:pt>
    <dgm:pt modelId="{A66EB8FC-65AF-40FD-BD97-7970D8BE31B5}">
      <dgm:prSet custT="1"/>
      <dgm:spPr>
        <a:solidFill>
          <a:srgbClr val="00B0F0"/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+mn-cs"/>
            </a:rPr>
            <a:t>更新</a:t>
          </a:r>
        </a:p>
      </dgm:t>
    </dgm:pt>
    <dgm:pt modelId="{AD80C5ED-4A32-447E-A761-30FEFA19A547}" type="parTrans" cxnId="{6964F432-F0AC-4994-820A-0D4CE99B9306}">
      <dgm:prSet/>
      <dgm:spPr/>
      <dgm:t>
        <a:bodyPr/>
        <a:lstStyle/>
        <a:p>
          <a:endParaRPr lang="zh-TW" altLang="en-US"/>
        </a:p>
      </dgm:t>
    </dgm:pt>
    <dgm:pt modelId="{B61E7B06-6E99-4E24-A597-D1C6169C93E3}" type="sibTrans" cxnId="{6964F432-F0AC-4994-820A-0D4CE99B9306}">
      <dgm:prSet/>
      <dgm:spPr/>
      <dgm:t>
        <a:bodyPr/>
        <a:lstStyle/>
        <a:p>
          <a:endParaRPr lang="zh-TW" altLang="en-US"/>
        </a:p>
      </dgm:t>
    </dgm:pt>
    <dgm:pt modelId="{89F669AF-EA56-419F-BAF5-8AE41DAFF0EF}">
      <dgm:prSet custT="1"/>
      <dgm:spPr>
        <a:solidFill>
          <a:srgbClr val="00B0F0"/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+mn-cs"/>
            </a:rPr>
            <a:t>重置</a:t>
          </a:r>
        </a:p>
      </dgm:t>
    </dgm:pt>
    <dgm:pt modelId="{6FC9B45F-35FB-4086-BFCE-A22E209333F7}" type="parTrans" cxnId="{6ADDA916-E892-43DA-8434-0C6FB5A3910D}">
      <dgm:prSet/>
      <dgm:spPr/>
      <dgm:t>
        <a:bodyPr/>
        <a:lstStyle/>
        <a:p>
          <a:endParaRPr lang="zh-TW" altLang="en-US"/>
        </a:p>
      </dgm:t>
    </dgm:pt>
    <dgm:pt modelId="{446D0291-C28D-4041-8772-13C4CED324FC}" type="sibTrans" cxnId="{6ADDA916-E892-43DA-8434-0C6FB5A3910D}">
      <dgm:prSet/>
      <dgm:spPr/>
      <dgm:t>
        <a:bodyPr/>
        <a:lstStyle/>
        <a:p>
          <a:endParaRPr lang="zh-TW" altLang="en-US"/>
        </a:p>
      </dgm:t>
    </dgm:pt>
    <dgm:pt modelId="{A5556F9B-57B5-4F1E-B93B-7BA9882998B2}">
      <dgm:prSet custT="1"/>
      <dgm:spPr>
        <a:solidFill>
          <a:srgbClr val="00B0F0"/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+mn-cs"/>
            </a:rPr>
            <a:t>計算落點</a:t>
          </a:r>
        </a:p>
      </dgm:t>
    </dgm:pt>
    <dgm:pt modelId="{41B3817B-29E6-4C66-96ED-FC4932F94C68}" type="parTrans" cxnId="{291D88C9-99AF-42BE-9723-FCBC8B25A5E5}">
      <dgm:prSet/>
      <dgm:spPr/>
      <dgm:t>
        <a:bodyPr/>
        <a:lstStyle/>
        <a:p>
          <a:endParaRPr lang="zh-TW" altLang="en-US"/>
        </a:p>
      </dgm:t>
    </dgm:pt>
    <dgm:pt modelId="{4A023ECF-9220-4E3A-B519-4BDCEE6D01E8}" type="sibTrans" cxnId="{291D88C9-99AF-42BE-9723-FCBC8B25A5E5}">
      <dgm:prSet/>
      <dgm:spPr/>
      <dgm:t>
        <a:bodyPr/>
        <a:lstStyle/>
        <a:p>
          <a:endParaRPr lang="zh-TW" altLang="en-US"/>
        </a:p>
      </dgm:t>
    </dgm:pt>
    <dgm:pt modelId="{67A96424-3C2F-464D-8D99-2DBAD1A1D6B0}">
      <dgm:prSet custT="1"/>
      <dgm:spPr>
        <a:solidFill>
          <a:srgbClr val="00B0F0"/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+mn-cs"/>
            </a:rPr>
            <a:t>板子移動</a:t>
          </a:r>
        </a:p>
      </dgm:t>
    </dgm:pt>
    <dgm:pt modelId="{F0E69CC2-1B7D-469F-9989-97884B7EB437}" type="parTrans" cxnId="{BEC6BC6F-F37F-479E-8F4B-9FFCF1957F1E}">
      <dgm:prSet/>
      <dgm:spPr/>
      <dgm:t>
        <a:bodyPr/>
        <a:lstStyle/>
        <a:p>
          <a:endParaRPr lang="zh-TW" altLang="en-US"/>
        </a:p>
      </dgm:t>
    </dgm:pt>
    <dgm:pt modelId="{C9D612A5-A36A-41A2-82E8-7788304E996E}" type="sibTrans" cxnId="{BEC6BC6F-F37F-479E-8F4B-9FFCF1957F1E}">
      <dgm:prSet/>
      <dgm:spPr/>
      <dgm:t>
        <a:bodyPr/>
        <a:lstStyle/>
        <a:p>
          <a:endParaRPr lang="zh-TW" altLang="en-US"/>
        </a:p>
      </dgm:t>
    </dgm:pt>
    <dgm:pt modelId="{5F1A0473-F11D-410C-90FF-8761E449D0BB}" type="pres">
      <dgm:prSet presAssocID="{382AF52B-C88F-43B6-8466-263DC61B977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FDED937-63B9-494F-BA54-B9C91593A736}" type="pres">
      <dgm:prSet presAssocID="{ACC06892-9C38-4BAC-BA7E-067FAECF4250}" presName="hierRoot1" presStyleCnt="0">
        <dgm:presLayoutVars>
          <dgm:hierBranch val="init"/>
        </dgm:presLayoutVars>
      </dgm:prSet>
      <dgm:spPr/>
    </dgm:pt>
    <dgm:pt modelId="{7D950393-1E13-4A13-948C-545E878A8DC1}" type="pres">
      <dgm:prSet presAssocID="{ACC06892-9C38-4BAC-BA7E-067FAECF4250}" presName="rootComposite1" presStyleCnt="0"/>
      <dgm:spPr/>
    </dgm:pt>
    <dgm:pt modelId="{5927CD57-92BD-4B09-9256-9E91460B7F05}" type="pres">
      <dgm:prSet presAssocID="{ACC06892-9C38-4BAC-BA7E-067FAECF4250}" presName="rootText1" presStyleLbl="node0" presStyleIdx="0" presStyleCnt="1">
        <dgm:presLayoutVars>
          <dgm:chPref val="3"/>
        </dgm:presLayoutVars>
      </dgm:prSet>
      <dgm:spPr/>
    </dgm:pt>
    <dgm:pt modelId="{5742F2DE-540E-40CB-AA36-3BC2A2242370}" type="pres">
      <dgm:prSet presAssocID="{ACC06892-9C38-4BAC-BA7E-067FAECF4250}" presName="rootConnector1" presStyleLbl="node1" presStyleIdx="0" presStyleCnt="0"/>
      <dgm:spPr/>
    </dgm:pt>
    <dgm:pt modelId="{D8378301-A697-4014-9397-3C38FFFDDAA5}" type="pres">
      <dgm:prSet presAssocID="{ACC06892-9C38-4BAC-BA7E-067FAECF4250}" presName="hierChild2" presStyleCnt="0"/>
      <dgm:spPr/>
    </dgm:pt>
    <dgm:pt modelId="{06027E34-2A4C-489A-87FC-865F25D066EE}" type="pres">
      <dgm:prSet presAssocID="{103DCBDB-E9C3-425D-BB75-000CC4A7493B}" presName="Name37" presStyleLbl="parChTrans1D2" presStyleIdx="0" presStyleCnt="4"/>
      <dgm:spPr/>
    </dgm:pt>
    <dgm:pt modelId="{30759C0C-8412-4DB8-971E-05D5CB91B0B2}" type="pres">
      <dgm:prSet presAssocID="{7A032A4E-FC12-4364-9EFD-DF839946E7E0}" presName="hierRoot2" presStyleCnt="0">
        <dgm:presLayoutVars>
          <dgm:hierBranch val="init"/>
        </dgm:presLayoutVars>
      </dgm:prSet>
      <dgm:spPr/>
    </dgm:pt>
    <dgm:pt modelId="{CEF44C7E-BEE3-45BF-9EF1-533CA347135D}" type="pres">
      <dgm:prSet presAssocID="{7A032A4E-FC12-4364-9EFD-DF839946E7E0}" presName="rootComposite" presStyleCnt="0"/>
      <dgm:spPr/>
    </dgm:pt>
    <dgm:pt modelId="{A7510101-58F9-4EFC-B6FD-851A249D7271}" type="pres">
      <dgm:prSet presAssocID="{7A032A4E-FC12-4364-9EFD-DF839946E7E0}" presName="rootText" presStyleLbl="node2" presStyleIdx="0" presStyleCnt="4">
        <dgm:presLayoutVars>
          <dgm:chPref val="3"/>
        </dgm:presLayoutVars>
      </dgm:prSet>
      <dgm:spPr>
        <a:xfrm>
          <a:off x="2546968" y="628663"/>
          <a:ext cx="883138" cy="441569"/>
        </a:xfrm>
        <a:prstGeom prst="rect">
          <a:avLst/>
        </a:prstGeom>
      </dgm:spPr>
    </dgm:pt>
    <dgm:pt modelId="{D475B39F-5CE6-475C-B6A2-D74CB3DD4191}" type="pres">
      <dgm:prSet presAssocID="{7A032A4E-FC12-4364-9EFD-DF839946E7E0}" presName="rootConnector" presStyleLbl="node2" presStyleIdx="0" presStyleCnt="4"/>
      <dgm:spPr/>
    </dgm:pt>
    <dgm:pt modelId="{0F5FE079-362E-4AF2-9F96-0A2BD686FFA2}" type="pres">
      <dgm:prSet presAssocID="{7A032A4E-FC12-4364-9EFD-DF839946E7E0}" presName="hierChild4" presStyleCnt="0"/>
      <dgm:spPr/>
    </dgm:pt>
    <dgm:pt modelId="{5BF61837-CE7C-499E-B18B-E22F39C04E68}" type="pres">
      <dgm:prSet presAssocID="{36BEB16D-6462-43FB-B36F-BF4936AD34BC}" presName="Name37" presStyleLbl="parChTrans1D3" presStyleIdx="0" presStyleCnt="12"/>
      <dgm:spPr/>
    </dgm:pt>
    <dgm:pt modelId="{E62F2BCB-6D1D-492C-ACEF-43BFCAD5B04A}" type="pres">
      <dgm:prSet presAssocID="{F4E07189-7C77-4E99-97AC-E0E71F33D712}" presName="hierRoot2" presStyleCnt="0">
        <dgm:presLayoutVars>
          <dgm:hierBranch val="init"/>
        </dgm:presLayoutVars>
      </dgm:prSet>
      <dgm:spPr/>
    </dgm:pt>
    <dgm:pt modelId="{B9126203-185E-42DA-A648-3141F048E1ED}" type="pres">
      <dgm:prSet presAssocID="{F4E07189-7C77-4E99-97AC-E0E71F33D712}" presName="rootComposite" presStyleCnt="0"/>
      <dgm:spPr/>
    </dgm:pt>
    <dgm:pt modelId="{0B6A9FDE-DA2C-49B1-B5A5-7E4BFB96BFA7}" type="pres">
      <dgm:prSet presAssocID="{F4E07189-7C77-4E99-97AC-E0E71F33D712}" presName="rootText" presStyleLbl="node3" presStyleIdx="0" presStyleCnt="12">
        <dgm:presLayoutVars>
          <dgm:chPref val="3"/>
        </dgm:presLayoutVars>
      </dgm:prSet>
      <dgm:spPr>
        <a:xfrm>
          <a:off x="2546968" y="1255691"/>
          <a:ext cx="883138" cy="441569"/>
        </a:xfrm>
        <a:prstGeom prst="rect">
          <a:avLst/>
        </a:prstGeom>
      </dgm:spPr>
    </dgm:pt>
    <dgm:pt modelId="{857251BB-2CF4-4244-BFA2-0BCFC64399A4}" type="pres">
      <dgm:prSet presAssocID="{F4E07189-7C77-4E99-97AC-E0E71F33D712}" presName="rootConnector" presStyleLbl="node3" presStyleIdx="0" presStyleCnt="12"/>
      <dgm:spPr/>
    </dgm:pt>
    <dgm:pt modelId="{E89F83A6-CBB0-4C65-9028-8DEB365C7F4E}" type="pres">
      <dgm:prSet presAssocID="{F4E07189-7C77-4E99-97AC-E0E71F33D712}" presName="hierChild4" presStyleCnt="0"/>
      <dgm:spPr/>
    </dgm:pt>
    <dgm:pt modelId="{3D128632-8B33-4A9B-A3B7-919CF91CBEE1}" type="pres">
      <dgm:prSet presAssocID="{B64CA087-2760-4F4C-8A49-91F142D3E9A5}" presName="Name37" presStyleLbl="parChTrans1D4" presStyleIdx="0" presStyleCnt="5"/>
      <dgm:spPr/>
    </dgm:pt>
    <dgm:pt modelId="{1F5B3721-3697-4CA1-B62C-F19B8687C03D}" type="pres">
      <dgm:prSet presAssocID="{643D418E-76AE-4B38-A558-CA26E6377DAB}" presName="hierRoot2" presStyleCnt="0">
        <dgm:presLayoutVars>
          <dgm:hierBranch val="init"/>
        </dgm:presLayoutVars>
      </dgm:prSet>
      <dgm:spPr/>
    </dgm:pt>
    <dgm:pt modelId="{6A334146-8A93-4A76-93FD-B223C0CC321B}" type="pres">
      <dgm:prSet presAssocID="{643D418E-76AE-4B38-A558-CA26E6377DAB}" presName="rootComposite" presStyleCnt="0"/>
      <dgm:spPr/>
    </dgm:pt>
    <dgm:pt modelId="{F5AA20DB-D543-4EC1-976A-215B75057042}" type="pres">
      <dgm:prSet presAssocID="{643D418E-76AE-4B38-A558-CA26E6377DAB}" presName="rootText" presStyleLbl="node4" presStyleIdx="0" presStyleCnt="5">
        <dgm:presLayoutVars>
          <dgm:chPref val="3"/>
        </dgm:presLayoutVars>
      </dgm:prSet>
      <dgm:spPr>
        <a:prstGeom prst="roundRect">
          <a:avLst/>
        </a:prstGeom>
      </dgm:spPr>
    </dgm:pt>
    <dgm:pt modelId="{C91D4B1E-C5C5-44F5-8283-5E39DC90D884}" type="pres">
      <dgm:prSet presAssocID="{643D418E-76AE-4B38-A558-CA26E6377DAB}" presName="rootConnector" presStyleLbl="node4" presStyleIdx="0" presStyleCnt="5"/>
      <dgm:spPr/>
    </dgm:pt>
    <dgm:pt modelId="{1A12A4F4-5034-4470-BB81-8B718EDDABBA}" type="pres">
      <dgm:prSet presAssocID="{643D418E-76AE-4B38-A558-CA26E6377DAB}" presName="hierChild4" presStyleCnt="0"/>
      <dgm:spPr/>
    </dgm:pt>
    <dgm:pt modelId="{22D308DA-F416-4411-A53E-76966D4426F0}" type="pres">
      <dgm:prSet presAssocID="{643D418E-76AE-4B38-A558-CA26E6377DAB}" presName="hierChild5" presStyleCnt="0"/>
      <dgm:spPr/>
    </dgm:pt>
    <dgm:pt modelId="{FEA520FD-9CBA-4D91-B0C0-B98563B23614}" type="pres">
      <dgm:prSet presAssocID="{C5B87BAE-AA71-4A7D-A21D-A4A9D33E3562}" presName="Name37" presStyleLbl="parChTrans1D4" presStyleIdx="1" presStyleCnt="5"/>
      <dgm:spPr/>
    </dgm:pt>
    <dgm:pt modelId="{0A523CB2-DE51-40EF-B30E-37C14594D5B3}" type="pres">
      <dgm:prSet presAssocID="{CE0C267D-AAC2-4920-ADF7-749B22DA0CC4}" presName="hierRoot2" presStyleCnt="0">
        <dgm:presLayoutVars>
          <dgm:hierBranch val="init"/>
        </dgm:presLayoutVars>
      </dgm:prSet>
      <dgm:spPr/>
    </dgm:pt>
    <dgm:pt modelId="{B5714397-AA1B-44CD-A0B9-01EAD618BC09}" type="pres">
      <dgm:prSet presAssocID="{CE0C267D-AAC2-4920-ADF7-749B22DA0CC4}" presName="rootComposite" presStyleCnt="0"/>
      <dgm:spPr/>
    </dgm:pt>
    <dgm:pt modelId="{1DB626DB-48E3-49BD-B318-BFEA2DA587F9}" type="pres">
      <dgm:prSet presAssocID="{CE0C267D-AAC2-4920-ADF7-749B22DA0CC4}" presName="rootText" presStyleLbl="node4" presStyleIdx="1" presStyleCnt="5">
        <dgm:presLayoutVars>
          <dgm:chPref val="3"/>
        </dgm:presLayoutVars>
      </dgm:prSet>
      <dgm:spPr>
        <a:prstGeom prst="roundRect">
          <a:avLst/>
        </a:prstGeom>
      </dgm:spPr>
    </dgm:pt>
    <dgm:pt modelId="{2ED4CEAE-1BFC-4D48-8413-5C10A36A072D}" type="pres">
      <dgm:prSet presAssocID="{CE0C267D-AAC2-4920-ADF7-749B22DA0CC4}" presName="rootConnector" presStyleLbl="node4" presStyleIdx="1" presStyleCnt="5"/>
      <dgm:spPr/>
    </dgm:pt>
    <dgm:pt modelId="{3B89EAAB-DE45-4DB1-83F1-5763AEB24D1E}" type="pres">
      <dgm:prSet presAssocID="{CE0C267D-AAC2-4920-ADF7-749B22DA0CC4}" presName="hierChild4" presStyleCnt="0"/>
      <dgm:spPr/>
    </dgm:pt>
    <dgm:pt modelId="{8F17ED10-20F6-449A-902C-61C68A234899}" type="pres">
      <dgm:prSet presAssocID="{CE0C267D-AAC2-4920-ADF7-749B22DA0CC4}" presName="hierChild5" presStyleCnt="0"/>
      <dgm:spPr/>
    </dgm:pt>
    <dgm:pt modelId="{CFB66238-3C30-43B2-A668-741699831424}" type="pres">
      <dgm:prSet presAssocID="{9D1D59B0-BFF9-4DFE-B994-51E0C0CAC38C}" presName="Name37" presStyleLbl="parChTrans1D4" presStyleIdx="2" presStyleCnt="5"/>
      <dgm:spPr/>
    </dgm:pt>
    <dgm:pt modelId="{E796CDE3-E939-401F-AE9F-39A99F1DCCCC}" type="pres">
      <dgm:prSet presAssocID="{8BCA78FA-0652-4B07-9E43-93F7E0C085DA}" presName="hierRoot2" presStyleCnt="0">
        <dgm:presLayoutVars>
          <dgm:hierBranch val="init"/>
        </dgm:presLayoutVars>
      </dgm:prSet>
      <dgm:spPr/>
    </dgm:pt>
    <dgm:pt modelId="{43FB7CD7-DF3F-450D-8C70-3DB252C53CF4}" type="pres">
      <dgm:prSet presAssocID="{8BCA78FA-0652-4B07-9E43-93F7E0C085DA}" presName="rootComposite" presStyleCnt="0"/>
      <dgm:spPr/>
    </dgm:pt>
    <dgm:pt modelId="{56177DFC-9DC4-4ECD-88DD-7820E27553A7}" type="pres">
      <dgm:prSet presAssocID="{8BCA78FA-0652-4B07-9E43-93F7E0C085DA}" presName="rootText" presStyleLbl="node4" presStyleIdx="2" presStyleCnt="5">
        <dgm:presLayoutVars>
          <dgm:chPref val="3"/>
        </dgm:presLayoutVars>
      </dgm:prSet>
      <dgm:spPr>
        <a:prstGeom prst="roundRect">
          <a:avLst/>
        </a:prstGeom>
      </dgm:spPr>
    </dgm:pt>
    <dgm:pt modelId="{597FD197-E0C5-4E38-ABA1-508FF5084456}" type="pres">
      <dgm:prSet presAssocID="{8BCA78FA-0652-4B07-9E43-93F7E0C085DA}" presName="rootConnector" presStyleLbl="node4" presStyleIdx="2" presStyleCnt="5"/>
      <dgm:spPr/>
    </dgm:pt>
    <dgm:pt modelId="{98D2B99A-6822-4645-84FF-3F8700023868}" type="pres">
      <dgm:prSet presAssocID="{8BCA78FA-0652-4B07-9E43-93F7E0C085DA}" presName="hierChild4" presStyleCnt="0"/>
      <dgm:spPr/>
    </dgm:pt>
    <dgm:pt modelId="{4BEAF19A-4FDD-4C4D-B1E2-0BF77D0BE069}" type="pres">
      <dgm:prSet presAssocID="{8BCA78FA-0652-4B07-9E43-93F7E0C085DA}" presName="hierChild5" presStyleCnt="0"/>
      <dgm:spPr/>
    </dgm:pt>
    <dgm:pt modelId="{04035E21-F480-427F-B476-B8639FA3ABB0}" type="pres">
      <dgm:prSet presAssocID="{AF8966C5-63AC-4F6A-B1E9-1559389D3B01}" presName="Name37" presStyleLbl="parChTrans1D4" presStyleIdx="3" presStyleCnt="5"/>
      <dgm:spPr/>
    </dgm:pt>
    <dgm:pt modelId="{AD1B782C-01FC-4147-A9AB-A6DDFBF7A510}" type="pres">
      <dgm:prSet presAssocID="{35376F0D-4849-4431-8EB6-5FE28FC8DCD2}" presName="hierRoot2" presStyleCnt="0">
        <dgm:presLayoutVars>
          <dgm:hierBranch val="init"/>
        </dgm:presLayoutVars>
      </dgm:prSet>
      <dgm:spPr/>
    </dgm:pt>
    <dgm:pt modelId="{77A943AA-5290-474D-B4E1-8F5B083E1423}" type="pres">
      <dgm:prSet presAssocID="{35376F0D-4849-4431-8EB6-5FE28FC8DCD2}" presName="rootComposite" presStyleCnt="0"/>
      <dgm:spPr/>
    </dgm:pt>
    <dgm:pt modelId="{9F9616A0-35CE-4166-BC94-6A628A465E70}" type="pres">
      <dgm:prSet presAssocID="{35376F0D-4849-4431-8EB6-5FE28FC8DCD2}" presName="rootText" presStyleLbl="node4" presStyleIdx="3" presStyleCnt="5">
        <dgm:presLayoutVars>
          <dgm:chPref val="3"/>
        </dgm:presLayoutVars>
      </dgm:prSet>
      <dgm:spPr>
        <a:prstGeom prst="roundRect">
          <a:avLst/>
        </a:prstGeom>
      </dgm:spPr>
    </dgm:pt>
    <dgm:pt modelId="{CE72AFDC-9802-4F07-A8F2-A3AD74DC0DE6}" type="pres">
      <dgm:prSet presAssocID="{35376F0D-4849-4431-8EB6-5FE28FC8DCD2}" presName="rootConnector" presStyleLbl="node4" presStyleIdx="3" presStyleCnt="5"/>
      <dgm:spPr/>
    </dgm:pt>
    <dgm:pt modelId="{1DB0A856-1E87-4FE7-AFD8-A18ED2E8E588}" type="pres">
      <dgm:prSet presAssocID="{35376F0D-4849-4431-8EB6-5FE28FC8DCD2}" presName="hierChild4" presStyleCnt="0"/>
      <dgm:spPr/>
    </dgm:pt>
    <dgm:pt modelId="{7707021E-66C9-44A5-B640-7256433D4510}" type="pres">
      <dgm:prSet presAssocID="{35376F0D-4849-4431-8EB6-5FE28FC8DCD2}" presName="hierChild5" presStyleCnt="0"/>
      <dgm:spPr/>
    </dgm:pt>
    <dgm:pt modelId="{44A92694-6F34-4323-BEB7-FB65A555AA47}" type="pres">
      <dgm:prSet presAssocID="{5B679684-B2E0-4AE6-BD56-B67422AB2E48}" presName="Name37" presStyleLbl="parChTrans1D4" presStyleIdx="4" presStyleCnt="5"/>
      <dgm:spPr/>
    </dgm:pt>
    <dgm:pt modelId="{FA22C781-9EF7-4231-9F5F-6D430FC0BCD1}" type="pres">
      <dgm:prSet presAssocID="{0FFE6E77-91C3-4410-B918-283A9B53B00C}" presName="hierRoot2" presStyleCnt="0">
        <dgm:presLayoutVars>
          <dgm:hierBranch val="init"/>
        </dgm:presLayoutVars>
      </dgm:prSet>
      <dgm:spPr/>
    </dgm:pt>
    <dgm:pt modelId="{B69BB9BA-8AF4-4B62-A939-5DF24A4C63E6}" type="pres">
      <dgm:prSet presAssocID="{0FFE6E77-91C3-4410-B918-283A9B53B00C}" presName="rootComposite" presStyleCnt="0"/>
      <dgm:spPr/>
    </dgm:pt>
    <dgm:pt modelId="{733DA175-9356-4169-8F99-49DDDD5DDD4C}" type="pres">
      <dgm:prSet presAssocID="{0FFE6E77-91C3-4410-B918-283A9B53B00C}" presName="rootText" presStyleLbl="node4" presStyleIdx="4" presStyleCnt="5">
        <dgm:presLayoutVars>
          <dgm:chPref val="3"/>
        </dgm:presLayoutVars>
      </dgm:prSet>
      <dgm:spPr>
        <a:prstGeom prst="roundRect">
          <a:avLst/>
        </a:prstGeom>
      </dgm:spPr>
    </dgm:pt>
    <dgm:pt modelId="{AAB81486-BAF7-4E78-8E5E-45704FBDE58B}" type="pres">
      <dgm:prSet presAssocID="{0FFE6E77-91C3-4410-B918-283A9B53B00C}" presName="rootConnector" presStyleLbl="node4" presStyleIdx="4" presStyleCnt="5"/>
      <dgm:spPr/>
    </dgm:pt>
    <dgm:pt modelId="{4F3B6CAC-262A-4977-83C7-3C4C8818819A}" type="pres">
      <dgm:prSet presAssocID="{0FFE6E77-91C3-4410-B918-283A9B53B00C}" presName="hierChild4" presStyleCnt="0"/>
      <dgm:spPr/>
    </dgm:pt>
    <dgm:pt modelId="{44CE9480-9D17-4EDE-8596-5477B4CD63EC}" type="pres">
      <dgm:prSet presAssocID="{0FFE6E77-91C3-4410-B918-283A9B53B00C}" presName="hierChild5" presStyleCnt="0"/>
      <dgm:spPr/>
    </dgm:pt>
    <dgm:pt modelId="{FBE3A1B0-AA02-4B12-9098-5C51D86F3A73}" type="pres">
      <dgm:prSet presAssocID="{F4E07189-7C77-4E99-97AC-E0E71F33D712}" presName="hierChild5" presStyleCnt="0"/>
      <dgm:spPr/>
    </dgm:pt>
    <dgm:pt modelId="{04888880-B27D-496B-A12A-963428436EA1}" type="pres">
      <dgm:prSet presAssocID="{7A032A4E-FC12-4364-9EFD-DF839946E7E0}" presName="hierChild5" presStyleCnt="0"/>
      <dgm:spPr/>
    </dgm:pt>
    <dgm:pt modelId="{CDC94E73-0713-498C-97D9-4FB09B902C6B}" type="pres">
      <dgm:prSet presAssocID="{E095DDE9-6F9F-4B84-8744-A8094FD6F7B0}" presName="Name37" presStyleLbl="parChTrans1D2" presStyleIdx="1" presStyleCnt="4"/>
      <dgm:spPr/>
    </dgm:pt>
    <dgm:pt modelId="{8DF384A2-76E3-4714-98CC-386912F0B1C3}" type="pres">
      <dgm:prSet presAssocID="{6C7C6FF3-971A-43D5-A1AB-544FE47BB9CD}" presName="hierRoot2" presStyleCnt="0">
        <dgm:presLayoutVars>
          <dgm:hierBranch val="init"/>
        </dgm:presLayoutVars>
      </dgm:prSet>
      <dgm:spPr/>
    </dgm:pt>
    <dgm:pt modelId="{85DF9038-A06B-4503-84B0-92B6873BF471}" type="pres">
      <dgm:prSet presAssocID="{6C7C6FF3-971A-43D5-A1AB-544FE47BB9CD}" presName="rootComposite" presStyleCnt="0"/>
      <dgm:spPr/>
    </dgm:pt>
    <dgm:pt modelId="{955AF492-4A14-45A2-AB45-C4D4E6B5D194}" type="pres">
      <dgm:prSet presAssocID="{6C7C6FF3-971A-43D5-A1AB-544FE47BB9CD}" presName="rootText" presStyleLbl="node2" presStyleIdx="1" presStyleCnt="4">
        <dgm:presLayoutVars>
          <dgm:chPref val="3"/>
        </dgm:presLayoutVars>
      </dgm:prSet>
      <dgm:spPr>
        <a:xfrm>
          <a:off x="6821357" y="1255691"/>
          <a:ext cx="883138" cy="441569"/>
        </a:xfrm>
        <a:prstGeom prst="rect">
          <a:avLst/>
        </a:prstGeom>
      </dgm:spPr>
    </dgm:pt>
    <dgm:pt modelId="{42385A93-8EE7-4E76-9C1E-3BFCC3D140FA}" type="pres">
      <dgm:prSet presAssocID="{6C7C6FF3-971A-43D5-A1AB-544FE47BB9CD}" presName="rootConnector" presStyleLbl="node2" presStyleIdx="1" presStyleCnt="4"/>
      <dgm:spPr/>
    </dgm:pt>
    <dgm:pt modelId="{D0FC6FDC-F94D-4518-8E03-24A5A7B6C850}" type="pres">
      <dgm:prSet presAssocID="{6C7C6FF3-971A-43D5-A1AB-544FE47BB9CD}" presName="hierChild4" presStyleCnt="0"/>
      <dgm:spPr/>
    </dgm:pt>
    <dgm:pt modelId="{F351DE91-D311-474C-BBDD-8DD649CED796}" type="pres">
      <dgm:prSet presAssocID="{CABB25A7-4491-44CB-B621-FE00C333CCAF}" presName="Name37" presStyleLbl="parChTrans1D3" presStyleIdx="1" presStyleCnt="12"/>
      <dgm:spPr/>
    </dgm:pt>
    <dgm:pt modelId="{EBEA2320-0E58-4601-8EA5-D4941CAC5D5B}" type="pres">
      <dgm:prSet presAssocID="{74B894D6-9B30-429B-9E46-C109FCB1666B}" presName="hierRoot2" presStyleCnt="0">
        <dgm:presLayoutVars>
          <dgm:hierBranch val="init"/>
        </dgm:presLayoutVars>
      </dgm:prSet>
      <dgm:spPr/>
    </dgm:pt>
    <dgm:pt modelId="{D3D12507-C5A4-49E2-B689-F5EDF0020ED4}" type="pres">
      <dgm:prSet presAssocID="{74B894D6-9B30-429B-9E46-C109FCB1666B}" presName="rootComposite" presStyleCnt="0"/>
      <dgm:spPr/>
    </dgm:pt>
    <dgm:pt modelId="{280A689F-17C8-4380-A1D1-EB51D0103DDD}" type="pres">
      <dgm:prSet presAssocID="{74B894D6-9B30-429B-9E46-C109FCB1666B}" presName="rootText" presStyleLbl="node3" presStyleIdx="1" presStyleCnt="12">
        <dgm:presLayoutVars>
          <dgm:chPref val="3"/>
        </dgm:presLayoutVars>
      </dgm:prSet>
      <dgm:spPr>
        <a:prstGeom prst="roundRect">
          <a:avLst/>
        </a:prstGeom>
      </dgm:spPr>
    </dgm:pt>
    <dgm:pt modelId="{69C1948F-7E8E-498A-9B40-9A1685CA78C4}" type="pres">
      <dgm:prSet presAssocID="{74B894D6-9B30-429B-9E46-C109FCB1666B}" presName="rootConnector" presStyleLbl="node3" presStyleIdx="1" presStyleCnt="12"/>
      <dgm:spPr/>
    </dgm:pt>
    <dgm:pt modelId="{D81AED59-DB61-458B-9F5B-4528AF0D5E9E}" type="pres">
      <dgm:prSet presAssocID="{74B894D6-9B30-429B-9E46-C109FCB1666B}" presName="hierChild4" presStyleCnt="0"/>
      <dgm:spPr/>
    </dgm:pt>
    <dgm:pt modelId="{55D5CE91-5736-443B-A87D-7F00687F62DF}" type="pres">
      <dgm:prSet presAssocID="{74B894D6-9B30-429B-9E46-C109FCB1666B}" presName="hierChild5" presStyleCnt="0"/>
      <dgm:spPr/>
    </dgm:pt>
    <dgm:pt modelId="{4BF2F119-8EDE-45F8-9442-081C114A9FBD}" type="pres">
      <dgm:prSet presAssocID="{C30FDFB8-E0B9-4CE4-9C36-A0B4E11316A9}" presName="Name37" presStyleLbl="parChTrans1D3" presStyleIdx="2" presStyleCnt="12"/>
      <dgm:spPr/>
    </dgm:pt>
    <dgm:pt modelId="{03A72BCD-8BD8-4E02-9ED8-63E008647204}" type="pres">
      <dgm:prSet presAssocID="{C0926D43-A5D6-4FB7-B18D-54883BC76CC8}" presName="hierRoot2" presStyleCnt="0">
        <dgm:presLayoutVars>
          <dgm:hierBranch val="init"/>
        </dgm:presLayoutVars>
      </dgm:prSet>
      <dgm:spPr/>
    </dgm:pt>
    <dgm:pt modelId="{87FD8E1A-51BA-4850-B329-8EF8DA1AC4B4}" type="pres">
      <dgm:prSet presAssocID="{C0926D43-A5D6-4FB7-B18D-54883BC76CC8}" presName="rootComposite" presStyleCnt="0"/>
      <dgm:spPr/>
    </dgm:pt>
    <dgm:pt modelId="{2B89486C-5120-441C-8B93-B110408DC631}" type="pres">
      <dgm:prSet presAssocID="{C0926D43-A5D6-4FB7-B18D-54883BC76CC8}" presName="rootText" presStyleLbl="node3" presStyleIdx="2" presStyleCnt="12">
        <dgm:presLayoutVars>
          <dgm:chPref val="3"/>
        </dgm:presLayoutVars>
      </dgm:prSet>
      <dgm:spPr>
        <a:prstGeom prst="roundRect">
          <a:avLst/>
        </a:prstGeom>
      </dgm:spPr>
    </dgm:pt>
    <dgm:pt modelId="{EE5FA095-3C67-4E53-9A32-B20BCD319089}" type="pres">
      <dgm:prSet presAssocID="{C0926D43-A5D6-4FB7-B18D-54883BC76CC8}" presName="rootConnector" presStyleLbl="node3" presStyleIdx="2" presStyleCnt="12"/>
      <dgm:spPr/>
    </dgm:pt>
    <dgm:pt modelId="{66096C92-EB0D-4EDA-A82B-18B119C905B1}" type="pres">
      <dgm:prSet presAssocID="{C0926D43-A5D6-4FB7-B18D-54883BC76CC8}" presName="hierChild4" presStyleCnt="0"/>
      <dgm:spPr/>
    </dgm:pt>
    <dgm:pt modelId="{672B75A6-7395-4F32-A1E0-F2FA7E2BACED}" type="pres">
      <dgm:prSet presAssocID="{C0926D43-A5D6-4FB7-B18D-54883BC76CC8}" presName="hierChild5" presStyleCnt="0"/>
      <dgm:spPr/>
    </dgm:pt>
    <dgm:pt modelId="{3B595F33-0DE7-4CC9-9C5B-2CD02494772E}" type="pres">
      <dgm:prSet presAssocID="{3F0258CC-DBE4-4DD2-BDC8-4990E425469B}" presName="Name37" presStyleLbl="parChTrans1D3" presStyleIdx="3" presStyleCnt="12"/>
      <dgm:spPr/>
    </dgm:pt>
    <dgm:pt modelId="{14150FA9-139A-4E84-8A65-4B3A0DE5DA74}" type="pres">
      <dgm:prSet presAssocID="{F0CD9FF4-32A6-48E3-AC69-33DF797B9D0F}" presName="hierRoot2" presStyleCnt="0">
        <dgm:presLayoutVars>
          <dgm:hierBranch val="init"/>
        </dgm:presLayoutVars>
      </dgm:prSet>
      <dgm:spPr/>
    </dgm:pt>
    <dgm:pt modelId="{991B4032-4E04-4D39-8C54-B379096C5A6E}" type="pres">
      <dgm:prSet presAssocID="{F0CD9FF4-32A6-48E3-AC69-33DF797B9D0F}" presName="rootComposite" presStyleCnt="0"/>
      <dgm:spPr/>
    </dgm:pt>
    <dgm:pt modelId="{F6CB4999-8BB2-43DD-9C36-7E753BC64853}" type="pres">
      <dgm:prSet presAssocID="{F0CD9FF4-32A6-48E3-AC69-33DF797B9D0F}" presName="rootText" presStyleLbl="node3" presStyleIdx="3" presStyleCnt="12">
        <dgm:presLayoutVars>
          <dgm:chPref val="3"/>
        </dgm:presLayoutVars>
      </dgm:prSet>
      <dgm:spPr>
        <a:prstGeom prst="roundRect">
          <a:avLst/>
        </a:prstGeom>
      </dgm:spPr>
    </dgm:pt>
    <dgm:pt modelId="{C89B699D-4017-4B3D-9FC1-A2F8A3C49B5C}" type="pres">
      <dgm:prSet presAssocID="{F0CD9FF4-32A6-48E3-AC69-33DF797B9D0F}" presName="rootConnector" presStyleLbl="node3" presStyleIdx="3" presStyleCnt="12"/>
      <dgm:spPr/>
    </dgm:pt>
    <dgm:pt modelId="{EE2D8B9F-D817-472A-BE4F-245F8D823DFA}" type="pres">
      <dgm:prSet presAssocID="{F0CD9FF4-32A6-48E3-AC69-33DF797B9D0F}" presName="hierChild4" presStyleCnt="0"/>
      <dgm:spPr/>
    </dgm:pt>
    <dgm:pt modelId="{3784CBA0-B7A7-4BEA-93B2-943484BF33DD}" type="pres">
      <dgm:prSet presAssocID="{F0CD9FF4-32A6-48E3-AC69-33DF797B9D0F}" presName="hierChild5" presStyleCnt="0"/>
      <dgm:spPr/>
    </dgm:pt>
    <dgm:pt modelId="{DE1513D1-0C36-4D75-8C8C-632612290C9C}" type="pres">
      <dgm:prSet presAssocID="{6C7C6FF3-971A-43D5-A1AB-544FE47BB9CD}" presName="hierChild5" presStyleCnt="0"/>
      <dgm:spPr/>
    </dgm:pt>
    <dgm:pt modelId="{2A6CB70D-0AAA-4959-A977-59C974E61B94}" type="pres">
      <dgm:prSet presAssocID="{1E4ADDF2-D75F-40D3-94DC-CADB77D6D1D0}" presName="Name37" presStyleLbl="parChTrans1D2" presStyleIdx="2" presStyleCnt="4"/>
      <dgm:spPr/>
    </dgm:pt>
    <dgm:pt modelId="{BE88DF57-3C84-474C-95DF-FAB9FC45AE8A}" type="pres">
      <dgm:prSet presAssocID="{6948DC63-3806-4A16-9CB7-9594D34A2954}" presName="hierRoot2" presStyleCnt="0">
        <dgm:presLayoutVars>
          <dgm:hierBranch val="init"/>
        </dgm:presLayoutVars>
      </dgm:prSet>
      <dgm:spPr/>
    </dgm:pt>
    <dgm:pt modelId="{ACF8D0E3-71E1-4F87-AB31-16E5D222E501}" type="pres">
      <dgm:prSet presAssocID="{6948DC63-3806-4A16-9CB7-9594D34A2954}" presName="rootComposite" presStyleCnt="0"/>
      <dgm:spPr/>
    </dgm:pt>
    <dgm:pt modelId="{A65B4F29-07A5-4988-8AAB-88785237BFF1}" type="pres">
      <dgm:prSet presAssocID="{6948DC63-3806-4A16-9CB7-9594D34A2954}" presName="rootText" presStyleLbl="node2" presStyleIdx="2" presStyleCnt="4">
        <dgm:presLayoutVars>
          <dgm:chPref val="3"/>
        </dgm:presLayoutVars>
      </dgm:prSet>
      <dgm:spPr/>
    </dgm:pt>
    <dgm:pt modelId="{7B394F8F-70CE-4E1A-9A01-3ABD30BBBA33}" type="pres">
      <dgm:prSet presAssocID="{6948DC63-3806-4A16-9CB7-9594D34A2954}" presName="rootConnector" presStyleLbl="node2" presStyleIdx="2" presStyleCnt="4"/>
      <dgm:spPr/>
    </dgm:pt>
    <dgm:pt modelId="{A281375E-463F-4860-9970-1393338A7626}" type="pres">
      <dgm:prSet presAssocID="{6948DC63-3806-4A16-9CB7-9594D34A2954}" presName="hierChild4" presStyleCnt="0"/>
      <dgm:spPr/>
    </dgm:pt>
    <dgm:pt modelId="{307396D9-27FE-4861-A7A7-46F0E9FFF195}" type="pres">
      <dgm:prSet presAssocID="{BD07B6A3-7B1D-4627-BFC8-3058325BA360}" presName="Name37" presStyleLbl="parChTrans1D3" presStyleIdx="4" presStyleCnt="12"/>
      <dgm:spPr/>
    </dgm:pt>
    <dgm:pt modelId="{11D7150E-4C65-4CD3-8A25-974C3ECAB2CF}" type="pres">
      <dgm:prSet presAssocID="{8B41DAAB-5904-48CB-967D-A7DB94B52484}" presName="hierRoot2" presStyleCnt="0">
        <dgm:presLayoutVars>
          <dgm:hierBranch val="init"/>
        </dgm:presLayoutVars>
      </dgm:prSet>
      <dgm:spPr/>
    </dgm:pt>
    <dgm:pt modelId="{41C625C5-B7C9-479C-A37C-D3F709B43B05}" type="pres">
      <dgm:prSet presAssocID="{8B41DAAB-5904-48CB-967D-A7DB94B52484}" presName="rootComposite" presStyleCnt="0"/>
      <dgm:spPr/>
    </dgm:pt>
    <dgm:pt modelId="{400451DC-6F5C-4D4E-BE70-9763E14E5559}" type="pres">
      <dgm:prSet presAssocID="{8B41DAAB-5904-48CB-967D-A7DB94B52484}" presName="rootText" presStyleLbl="node3" presStyleIdx="4" presStyleCnt="12">
        <dgm:presLayoutVars>
          <dgm:chPref val="3"/>
        </dgm:presLayoutVars>
      </dgm:prSet>
      <dgm:spPr/>
    </dgm:pt>
    <dgm:pt modelId="{350B7C86-2CBF-41E7-B945-5EDCEFE7AF35}" type="pres">
      <dgm:prSet presAssocID="{8B41DAAB-5904-48CB-967D-A7DB94B52484}" presName="rootConnector" presStyleLbl="node3" presStyleIdx="4" presStyleCnt="12"/>
      <dgm:spPr/>
    </dgm:pt>
    <dgm:pt modelId="{6C4BD801-665A-4E03-A63D-44AD9DC6CB3F}" type="pres">
      <dgm:prSet presAssocID="{8B41DAAB-5904-48CB-967D-A7DB94B52484}" presName="hierChild4" presStyleCnt="0"/>
      <dgm:spPr/>
    </dgm:pt>
    <dgm:pt modelId="{3EB83D4C-2225-4E24-A3E0-ECB707EE1C21}" type="pres">
      <dgm:prSet presAssocID="{8B41DAAB-5904-48CB-967D-A7DB94B52484}" presName="hierChild5" presStyleCnt="0"/>
      <dgm:spPr/>
    </dgm:pt>
    <dgm:pt modelId="{0BCCE461-19FC-4DB9-9509-CB3DD94AF021}" type="pres">
      <dgm:prSet presAssocID="{496908AD-138E-43BD-8856-79BAD33D8F54}" presName="Name37" presStyleLbl="parChTrans1D3" presStyleIdx="5" presStyleCnt="12"/>
      <dgm:spPr/>
    </dgm:pt>
    <dgm:pt modelId="{66F04BE8-9CE8-4DBB-B9D8-67F2285F1D86}" type="pres">
      <dgm:prSet presAssocID="{5A184ADC-CC7E-4923-96F7-7C95A18CCE1C}" presName="hierRoot2" presStyleCnt="0">
        <dgm:presLayoutVars>
          <dgm:hierBranch val="init"/>
        </dgm:presLayoutVars>
      </dgm:prSet>
      <dgm:spPr/>
    </dgm:pt>
    <dgm:pt modelId="{0AC167A6-5BAD-4BD6-8556-012974AACDDF}" type="pres">
      <dgm:prSet presAssocID="{5A184ADC-CC7E-4923-96F7-7C95A18CCE1C}" presName="rootComposite" presStyleCnt="0"/>
      <dgm:spPr/>
    </dgm:pt>
    <dgm:pt modelId="{F2EE7E3E-CE27-418C-9CB8-0C6C8E076F95}" type="pres">
      <dgm:prSet presAssocID="{5A184ADC-CC7E-4923-96F7-7C95A18CCE1C}" presName="rootText" presStyleLbl="node3" presStyleIdx="5" presStyleCnt="12">
        <dgm:presLayoutVars>
          <dgm:chPref val="3"/>
        </dgm:presLayoutVars>
      </dgm:prSet>
      <dgm:spPr/>
    </dgm:pt>
    <dgm:pt modelId="{272E7762-554D-4015-B576-040C0352C6CC}" type="pres">
      <dgm:prSet presAssocID="{5A184ADC-CC7E-4923-96F7-7C95A18CCE1C}" presName="rootConnector" presStyleLbl="node3" presStyleIdx="5" presStyleCnt="12"/>
      <dgm:spPr/>
    </dgm:pt>
    <dgm:pt modelId="{AF069CD9-84B1-4D2C-943A-CCF3EB7F5D7B}" type="pres">
      <dgm:prSet presAssocID="{5A184ADC-CC7E-4923-96F7-7C95A18CCE1C}" presName="hierChild4" presStyleCnt="0"/>
      <dgm:spPr/>
    </dgm:pt>
    <dgm:pt modelId="{D41C3DFD-DF0F-4539-9A72-08F68922D524}" type="pres">
      <dgm:prSet presAssocID="{5A184ADC-CC7E-4923-96F7-7C95A18CCE1C}" presName="hierChild5" presStyleCnt="0"/>
      <dgm:spPr/>
    </dgm:pt>
    <dgm:pt modelId="{F35AC2ED-3E3A-455E-8146-3FCE5F647090}" type="pres">
      <dgm:prSet presAssocID="{AAA9365C-2A2A-4C53-9F6D-F954FB5A25EB}" presName="Name37" presStyleLbl="parChTrans1D3" presStyleIdx="6" presStyleCnt="12"/>
      <dgm:spPr/>
    </dgm:pt>
    <dgm:pt modelId="{106CDB9C-1B5B-4D95-8AFE-89DED4B7F400}" type="pres">
      <dgm:prSet presAssocID="{0AEA478B-F77B-4BE6-9FF4-31147C4ACB99}" presName="hierRoot2" presStyleCnt="0">
        <dgm:presLayoutVars>
          <dgm:hierBranch val="init"/>
        </dgm:presLayoutVars>
      </dgm:prSet>
      <dgm:spPr/>
    </dgm:pt>
    <dgm:pt modelId="{212516AD-00BD-4FD2-87C6-AAF566F5BBCE}" type="pres">
      <dgm:prSet presAssocID="{0AEA478B-F77B-4BE6-9FF4-31147C4ACB99}" presName="rootComposite" presStyleCnt="0"/>
      <dgm:spPr/>
    </dgm:pt>
    <dgm:pt modelId="{77243091-0130-4EEF-A148-B58CBB2A8E2E}" type="pres">
      <dgm:prSet presAssocID="{0AEA478B-F77B-4BE6-9FF4-31147C4ACB99}" presName="rootText" presStyleLbl="node3" presStyleIdx="6" presStyleCnt="12">
        <dgm:presLayoutVars>
          <dgm:chPref val="3"/>
        </dgm:presLayoutVars>
      </dgm:prSet>
      <dgm:spPr/>
    </dgm:pt>
    <dgm:pt modelId="{49575C5C-F63C-404A-AF34-82F6AC42B4C2}" type="pres">
      <dgm:prSet presAssocID="{0AEA478B-F77B-4BE6-9FF4-31147C4ACB99}" presName="rootConnector" presStyleLbl="node3" presStyleIdx="6" presStyleCnt="12"/>
      <dgm:spPr/>
    </dgm:pt>
    <dgm:pt modelId="{443EC922-D7BB-4D9C-92D4-162F5566981A}" type="pres">
      <dgm:prSet presAssocID="{0AEA478B-F77B-4BE6-9FF4-31147C4ACB99}" presName="hierChild4" presStyleCnt="0"/>
      <dgm:spPr/>
    </dgm:pt>
    <dgm:pt modelId="{FF50DE3A-12ED-4930-85C0-C8ACB274F140}" type="pres">
      <dgm:prSet presAssocID="{0AEA478B-F77B-4BE6-9FF4-31147C4ACB99}" presName="hierChild5" presStyleCnt="0"/>
      <dgm:spPr/>
    </dgm:pt>
    <dgm:pt modelId="{A62D44E6-B54F-47FB-8C33-EC5FC690F3E4}" type="pres">
      <dgm:prSet presAssocID="{4976E8E0-5598-4A74-95DB-E351AB5B6201}" presName="Name37" presStyleLbl="parChTrans1D3" presStyleIdx="7" presStyleCnt="12"/>
      <dgm:spPr/>
    </dgm:pt>
    <dgm:pt modelId="{AAAE1230-F698-4877-BB90-1593CD7FBF4B}" type="pres">
      <dgm:prSet presAssocID="{C9315201-D7F1-40AD-8511-0DD626113FCF}" presName="hierRoot2" presStyleCnt="0">
        <dgm:presLayoutVars>
          <dgm:hierBranch val="init"/>
        </dgm:presLayoutVars>
      </dgm:prSet>
      <dgm:spPr/>
    </dgm:pt>
    <dgm:pt modelId="{4FC3F629-3BF7-4418-B961-A8647058D76C}" type="pres">
      <dgm:prSet presAssocID="{C9315201-D7F1-40AD-8511-0DD626113FCF}" presName="rootComposite" presStyleCnt="0"/>
      <dgm:spPr/>
    </dgm:pt>
    <dgm:pt modelId="{D1D69BEC-71F7-4982-A075-51814AECF45C}" type="pres">
      <dgm:prSet presAssocID="{C9315201-D7F1-40AD-8511-0DD626113FCF}" presName="rootText" presStyleLbl="node3" presStyleIdx="7" presStyleCnt="12">
        <dgm:presLayoutVars>
          <dgm:chPref val="3"/>
        </dgm:presLayoutVars>
      </dgm:prSet>
      <dgm:spPr/>
    </dgm:pt>
    <dgm:pt modelId="{258636F8-0820-4015-A634-BCC6E13483DC}" type="pres">
      <dgm:prSet presAssocID="{C9315201-D7F1-40AD-8511-0DD626113FCF}" presName="rootConnector" presStyleLbl="node3" presStyleIdx="7" presStyleCnt="12"/>
      <dgm:spPr/>
    </dgm:pt>
    <dgm:pt modelId="{2880E1F0-1158-4C27-8AC7-AA68D226084E}" type="pres">
      <dgm:prSet presAssocID="{C9315201-D7F1-40AD-8511-0DD626113FCF}" presName="hierChild4" presStyleCnt="0"/>
      <dgm:spPr/>
    </dgm:pt>
    <dgm:pt modelId="{F375EBB2-B7C3-40F1-90C2-286E37D988DD}" type="pres">
      <dgm:prSet presAssocID="{C9315201-D7F1-40AD-8511-0DD626113FCF}" presName="hierChild5" presStyleCnt="0"/>
      <dgm:spPr/>
    </dgm:pt>
    <dgm:pt modelId="{EE0AFFC8-A477-4D45-A427-051CF22C75C8}" type="pres">
      <dgm:prSet presAssocID="{6948DC63-3806-4A16-9CB7-9594D34A2954}" presName="hierChild5" presStyleCnt="0"/>
      <dgm:spPr/>
    </dgm:pt>
    <dgm:pt modelId="{ED26B170-804C-4EFA-B860-1AC5C1C2DB10}" type="pres">
      <dgm:prSet presAssocID="{F875F2BD-C4A4-4AD3-A484-B29524756B09}" presName="Name37" presStyleLbl="parChTrans1D2" presStyleIdx="3" presStyleCnt="4"/>
      <dgm:spPr/>
    </dgm:pt>
    <dgm:pt modelId="{8A0A543D-6F31-4D48-8AF6-411EDEC73BB0}" type="pres">
      <dgm:prSet presAssocID="{F78474BA-257B-4F7F-B8EE-77501871400C}" presName="hierRoot2" presStyleCnt="0">
        <dgm:presLayoutVars>
          <dgm:hierBranch val="init"/>
        </dgm:presLayoutVars>
      </dgm:prSet>
      <dgm:spPr/>
    </dgm:pt>
    <dgm:pt modelId="{0AA2C8E8-0913-48C3-A6C0-D044E1BA47FA}" type="pres">
      <dgm:prSet presAssocID="{F78474BA-257B-4F7F-B8EE-77501871400C}" presName="rootComposite" presStyleCnt="0"/>
      <dgm:spPr/>
    </dgm:pt>
    <dgm:pt modelId="{7222942F-48CD-4B20-A66B-504F9496697F}" type="pres">
      <dgm:prSet presAssocID="{F78474BA-257B-4F7F-B8EE-77501871400C}" presName="rootText" presStyleLbl="node2" presStyleIdx="3" presStyleCnt="4">
        <dgm:presLayoutVars>
          <dgm:chPref val="3"/>
        </dgm:presLayoutVars>
      </dgm:prSet>
      <dgm:spPr>
        <a:xfrm>
          <a:off x="6278943" y="776803"/>
          <a:ext cx="1092177" cy="546088"/>
        </a:xfrm>
        <a:prstGeom prst="rect">
          <a:avLst/>
        </a:prstGeom>
      </dgm:spPr>
    </dgm:pt>
    <dgm:pt modelId="{A3BE810F-575F-4776-B0A4-7CE889BE9091}" type="pres">
      <dgm:prSet presAssocID="{F78474BA-257B-4F7F-B8EE-77501871400C}" presName="rootConnector" presStyleLbl="node2" presStyleIdx="3" presStyleCnt="4"/>
      <dgm:spPr/>
    </dgm:pt>
    <dgm:pt modelId="{050327F5-43C6-44C1-9582-8C64F9A5EC80}" type="pres">
      <dgm:prSet presAssocID="{F78474BA-257B-4F7F-B8EE-77501871400C}" presName="hierChild4" presStyleCnt="0"/>
      <dgm:spPr/>
    </dgm:pt>
    <dgm:pt modelId="{10DBF90B-A5AE-40D4-9EC0-D0035D6FD8E0}" type="pres">
      <dgm:prSet presAssocID="{AD80C5ED-4A32-447E-A761-30FEFA19A547}" presName="Name37" presStyleLbl="parChTrans1D3" presStyleIdx="8" presStyleCnt="12"/>
      <dgm:spPr/>
    </dgm:pt>
    <dgm:pt modelId="{CB971CBC-C6E8-461A-AE00-ADE2F9C4A494}" type="pres">
      <dgm:prSet presAssocID="{A66EB8FC-65AF-40FD-BD97-7970D8BE31B5}" presName="hierRoot2" presStyleCnt="0">
        <dgm:presLayoutVars>
          <dgm:hierBranch val="init"/>
        </dgm:presLayoutVars>
      </dgm:prSet>
      <dgm:spPr/>
    </dgm:pt>
    <dgm:pt modelId="{346DD808-CFC3-43B2-842B-E6E1FE647BF1}" type="pres">
      <dgm:prSet presAssocID="{A66EB8FC-65AF-40FD-BD97-7970D8BE31B5}" presName="rootComposite" presStyleCnt="0"/>
      <dgm:spPr/>
    </dgm:pt>
    <dgm:pt modelId="{54152D92-2203-4C8F-97DE-C9BAE3B31D9E}" type="pres">
      <dgm:prSet presAssocID="{A66EB8FC-65AF-40FD-BD97-7970D8BE31B5}" presName="rootText" presStyleLbl="node3" presStyleIdx="8" presStyleCnt="12">
        <dgm:presLayoutVars>
          <dgm:chPref val="3"/>
        </dgm:presLayoutVars>
      </dgm:prSet>
      <dgm:spPr>
        <a:xfrm>
          <a:off x="6551988" y="1552249"/>
          <a:ext cx="1092177" cy="546088"/>
        </a:xfrm>
        <a:prstGeom prst="snip1Rect">
          <a:avLst/>
        </a:prstGeom>
      </dgm:spPr>
    </dgm:pt>
    <dgm:pt modelId="{B4643E10-10C4-47E1-80CC-857DF32A8D2E}" type="pres">
      <dgm:prSet presAssocID="{A66EB8FC-65AF-40FD-BD97-7970D8BE31B5}" presName="rootConnector" presStyleLbl="node3" presStyleIdx="8" presStyleCnt="12"/>
      <dgm:spPr/>
    </dgm:pt>
    <dgm:pt modelId="{89957994-EF7E-4BAD-99E2-5E3DC416F713}" type="pres">
      <dgm:prSet presAssocID="{A66EB8FC-65AF-40FD-BD97-7970D8BE31B5}" presName="hierChild4" presStyleCnt="0"/>
      <dgm:spPr/>
    </dgm:pt>
    <dgm:pt modelId="{D265577F-1A46-4008-8880-AC4513E89F8A}" type="pres">
      <dgm:prSet presAssocID="{A66EB8FC-65AF-40FD-BD97-7970D8BE31B5}" presName="hierChild5" presStyleCnt="0"/>
      <dgm:spPr/>
    </dgm:pt>
    <dgm:pt modelId="{930B4B01-7720-4903-BF8D-8E497ECFC300}" type="pres">
      <dgm:prSet presAssocID="{6FC9B45F-35FB-4086-BFCE-A22E209333F7}" presName="Name37" presStyleLbl="parChTrans1D3" presStyleIdx="9" presStyleCnt="12"/>
      <dgm:spPr/>
    </dgm:pt>
    <dgm:pt modelId="{13D72A47-3142-4346-B03D-776392E6BE27}" type="pres">
      <dgm:prSet presAssocID="{89F669AF-EA56-419F-BAF5-8AE41DAFF0EF}" presName="hierRoot2" presStyleCnt="0">
        <dgm:presLayoutVars>
          <dgm:hierBranch val="init"/>
        </dgm:presLayoutVars>
      </dgm:prSet>
      <dgm:spPr/>
    </dgm:pt>
    <dgm:pt modelId="{F7D57956-2803-44D1-88AC-F075A69661D8}" type="pres">
      <dgm:prSet presAssocID="{89F669AF-EA56-419F-BAF5-8AE41DAFF0EF}" presName="rootComposite" presStyleCnt="0"/>
      <dgm:spPr/>
    </dgm:pt>
    <dgm:pt modelId="{ADF70087-2BD0-49BF-8219-2B09CBE30061}" type="pres">
      <dgm:prSet presAssocID="{89F669AF-EA56-419F-BAF5-8AE41DAFF0EF}" presName="rootText" presStyleLbl="node3" presStyleIdx="9" presStyleCnt="12">
        <dgm:presLayoutVars>
          <dgm:chPref val="3"/>
        </dgm:presLayoutVars>
      </dgm:prSet>
      <dgm:spPr>
        <a:xfrm>
          <a:off x="6551988" y="2327695"/>
          <a:ext cx="1092177" cy="546088"/>
        </a:xfrm>
        <a:prstGeom prst="snip1Rect">
          <a:avLst/>
        </a:prstGeom>
      </dgm:spPr>
    </dgm:pt>
    <dgm:pt modelId="{6C6F18D1-2CDF-41B3-A532-6F3AF6411188}" type="pres">
      <dgm:prSet presAssocID="{89F669AF-EA56-419F-BAF5-8AE41DAFF0EF}" presName="rootConnector" presStyleLbl="node3" presStyleIdx="9" presStyleCnt="12"/>
      <dgm:spPr/>
    </dgm:pt>
    <dgm:pt modelId="{335A4201-5D06-4928-8090-F11E77ABF264}" type="pres">
      <dgm:prSet presAssocID="{89F669AF-EA56-419F-BAF5-8AE41DAFF0EF}" presName="hierChild4" presStyleCnt="0"/>
      <dgm:spPr/>
    </dgm:pt>
    <dgm:pt modelId="{8ED04BF7-A0DE-4D03-B6F1-D006B787A92F}" type="pres">
      <dgm:prSet presAssocID="{89F669AF-EA56-419F-BAF5-8AE41DAFF0EF}" presName="hierChild5" presStyleCnt="0"/>
      <dgm:spPr/>
    </dgm:pt>
    <dgm:pt modelId="{E83D3DFC-5000-47F0-81DE-9FB81BFAAAA4}" type="pres">
      <dgm:prSet presAssocID="{41B3817B-29E6-4C66-96ED-FC4932F94C68}" presName="Name37" presStyleLbl="parChTrans1D3" presStyleIdx="10" presStyleCnt="12"/>
      <dgm:spPr/>
    </dgm:pt>
    <dgm:pt modelId="{1869F5D0-2485-43D6-9548-A90CF7505ACB}" type="pres">
      <dgm:prSet presAssocID="{A5556F9B-57B5-4F1E-B93B-7BA9882998B2}" presName="hierRoot2" presStyleCnt="0">
        <dgm:presLayoutVars>
          <dgm:hierBranch val="init"/>
        </dgm:presLayoutVars>
      </dgm:prSet>
      <dgm:spPr/>
    </dgm:pt>
    <dgm:pt modelId="{C8A3A01F-A4CC-4D58-95F6-7557B082DF52}" type="pres">
      <dgm:prSet presAssocID="{A5556F9B-57B5-4F1E-B93B-7BA9882998B2}" presName="rootComposite" presStyleCnt="0"/>
      <dgm:spPr/>
    </dgm:pt>
    <dgm:pt modelId="{B61813F6-F06C-4CDE-A663-7A724606E264}" type="pres">
      <dgm:prSet presAssocID="{A5556F9B-57B5-4F1E-B93B-7BA9882998B2}" presName="rootText" presStyleLbl="node3" presStyleIdx="10" presStyleCnt="12">
        <dgm:presLayoutVars>
          <dgm:chPref val="3"/>
        </dgm:presLayoutVars>
      </dgm:prSet>
      <dgm:spPr/>
    </dgm:pt>
    <dgm:pt modelId="{53D008A8-5577-473E-9C8D-F4974D0672AF}" type="pres">
      <dgm:prSet presAssocID="{A5556F9B-57B5-4F1E-B93B-7BA9882998B2}" presName="rootConnector" presStyleLbl="node3" presStyleIdx="10" presStyleCnt="12"/>
      <dgm:spPr/>
    </dgm:pt>
    <dgm:pt modelId="{78A39C74-7956-4B3E-913A-0C36056EDCD5}" type="pres">
      <dgm:prSet presAssocID="{A5556F9B-57B5-4F1E-B93B-7BA9882998B2}" presName="hierChild4" presStyleCnt="0"/>
      <dgm:spPr/>
    </dgm:pt>
    <dgm:pt modelId="{B169D63C-4B05-4FB0-BD0F-A67291DFB118}" type="pres">
      <dgm:prSet presAssocID="{A5556F9B-57B5-4F1E-B93B-7BA9882998B2}" presName="hierChild5" presStyleCnt="0"/>
      <dgm:spPr/>
    </dgm:pt>
    <dgm:pt modelId="{E9877344-E946-4F29-9489-AEE744D7949F}" type="pres">
      <dgm:prSet presAssocID="{F0E69CC2-1B7D-469F-9989-97884B7EB437}" presName="Name37" presStyleLbl="parChTrans1D3" presStyleIdx="11" presStyleCnt="12"/>
      <dgm:spPr/>
    </dgm:pt>
    <dgm:pt modelId="{FB5FDB74-7F5D-4711-8347-9745098E309E}" type="pres">
      <dgm:prSet presAssocID="{67A96424-3C2F-464D-8D99-2DBAD1A1D6B0}" presName="hierRoot2" presStyleCnt="0">
        <dgm:presLayoutVars>
          <dgm:hierBranch val="init"/>
        </dgm:presLayoutVars>
      </dgm:prSet>
      <dgm:spPr/>
    </dgm:pt>
    <dgm:pt modelId="{01C106E3-CD2C-48C2-B112-399F67B10326}" type="pres">
      <dgm:prSet presAssocID="{67A96424-3C2F-464D-8D99-2DBAD1A1D6B0}" presName="rootComposite" presStyleCnt="0"/>
      <dgm:spPr/>
    </dgm:pt>
    <dgm:pt modelId="{0D128357-FC7C-4922-860B-AEBD600AD521}" type="pres">
      <dgm:prSet presAssocID="{67A96424-3C2F-464D-8D99-2DBAD1A1D6B0}" presName="rootText" presStyleLbl="node3" presStyleIdx="11" presStyleCnt="12">
        <dgm:presLayoutVars>
          <dgm:chPref val="3"/>
        </dgm:presLayoutVars>
      </dgm:prSet>
      <dgm:spPr/>
    </dgm:pt>
    <dgm:pt modelId="{F0CD9DAF-FA63-47F2-9C94-89F9D225ABFA}" type="pres">
      <dgm:prSet presAssocID="{67A96424-3C2F-464D-8D99-2DBAD1A1D6B0}" presName="rootConnector" presStyleLbl="node3" presStyleIdx="11" presStyleCnt="12"/>
      <dgm:spPr/>
    </dgm:pt>
    <dgm:pt modelId="{2048F1F1-5563-4392-9392-339BDB6A4A2E}" type="pres">
      <dgm:prSet presAssocID="{67A96424-3C2F-464D-8D99-2DBAD1A1D6B0}" presName="hierChild4" presStyleCnt="0"/>
      <dgm:spPr/>
    </dgm:pt>
    <dgm:pt modelId="{3B824071-2541-42BE-B9AC-48881B2D2FAA}" type="pres">
      <dgm:prSet presAssocID="{67A96424-3C2F-464D-8D99-2DBAD1A1D6B0}" presName="hierChild5" presStyleCnt="0"/>
      <dgm:spPr/>
    </dgm:pt>
    <dgm:pt modelId="{98A4E0BF-83FF-417D-8744-3E7CD4C5D7D3}" type="pres">
      <dgm:prSet presAssocID="{F78474BA-257B-4F7F-B8EE-77501871400C}" presName="hierChild5" presStyleCnt="0"/>
      <dgm:spPr/>
    </dgm:pt>
    <dgm:pt modelId="{600098B8-734F-4B11-9250-6EA173EE2E09}" type="pres">
      <dgm:prSet presAssocID="{ACC06892-9C38-4BAC-BA7E-067FAECF4250}" presName="hierChild3" presStyleCnt="0"/>
      <dgm:spPr/>
    </dgm:pt>
  </dgm:ptLst>
  <dgm:cxnLst>
    <dgm:cxn modelId="{4F7B3D09-D807-4834-AD24-0B0044BAA7CB}" srcId="{ACC06892-9C38-4BAC-BA7E-067FAECF4250}" destId="{7A032A4E-FC12-4364-9EFD-DF839946E7E0}" srcOrd="0" destOrd="0" parTransId="{103DCBDB-E9C3-425D-BB75-000CC4A7493B}" sibTransId="{20A5930B-B857-44A2-B4E7-B870931109AA}"/>
    <dgm:cxn modelId="{29989009-FD77-4000-B2F2-51880C7ABD37}" type="presOf" srcId="{C30FDFB8-E0B9-4CE4-9C36-A0B4E11316A9}" destId="{4BF2F119-8EDE-45F8-9442-081C114A9FBD}" srcOrd="0" destOrd="0" presId="urn:microsoft.com/office/officeart/2005/8/layout/orgChart1"/>
    <dgm:cxn modelId="{0B17AD0B-FBE0-4A8A-9541-F07C3F070722}" srcId="{6948DC63-3806-4A16-9CB7-9594D34A2954}" destId="{0AEA478B-F77B-4BE6-9FF4-31147C4ACB99}" srcOrd="2" destOrd="0" parTransId="{AAA9365C-2A2A-4C53-9F6D-F954FB5A25EB}" sibTransId="{B24E2875-640E-4C7E-A7C8-F4C5D2829F82}"/>
    <dgm:cxn modelId="{9078DC0C-A666-4531-9470-65409CD5239E}" type="presOf" srcId="{A66EB8FC-65AF-40FD-BD97-7970D8BE31B5}" destId="{B4643E10-10C4-47E1-80CC-857DF32A8D2E}" srcOrd="1" destOrd="0" presId="urn:microsoft.com/office/officeart/2005/8/layout/orgChart1"/>
    <dgm:cxn modelId="{00120111-769F-4D9E-8ED8-B57986227242}" type="presOf" srcId="{6948DC63-3806-4A16-9CB7-9594D34A2954}" destId="{A65B4F29-07A5-4988-8AAB-88785237BFF1}" srcOrd="0" destOrd="0" presId="urn:microsoft.com/office/officeart/2005/8/layout/orgChart1"/>
    <dgm:cxn modelId="{97A50415-61FE-4252-B3E5-886370117A89}" type="presOf" srcId="{89F669AF-EA56-419F-BAF5-8AE41DAFF0EF}" destId="{ADF70087-2BD0-49BF-8219-2B09CBE30061}" srcOrd="0" destOrd="0" presId="urn:microsoft.com/office/officeart/2005/8/layout/orgChart1"/>
    <dgm:cxn modelId="{22EF0D15-9DA5-4639-8A0A-FEECDFD1B216}" srcId="{ACC06892-9C38-4BAC-BA7E-067FAECF4250}" destId="{6948DC63-3806-4A16-9CB7-9594D34A2954}" srcOrd="2" destOrd="0" parTransId="{1E4ADDF2-D75F-40D3-94DC-CADB77D6D1D0}" sibTransId="{7278374E-1C52-4118-93B3-A1000E9216DB}"/>
    <dgm:cxn modelId="{6ADDA916-E892-43DA-8434-0C6FB5A3910D}" srcId="{F78474BA-257B-4F7F-B8EE-77501871400C}" destId="{89F669AF-EA56-419F-BAF5-8AE41DAFF0EF}" srcOrd="1" destOrd="0" parTransId="{6FC9B45F-35FB-4086-BFCE-A22E209333F7}" sibTransId="{446D0291-C28D-4041-8772-13C4CED324FC}"/>
    <dgm:cxn modelId="{52BE4E18-963F-43D0-8C69-543A2D58F66C}" type="presOf" srcId="{6FC9B45F-35FB-4086-BFCE-A22E209333F7}" destId="{930B4B01-7720-4903-BF8D-8E497ECFC300}" srcOrd="0" destOrd="0" presId="urn:microsoft.com/office/officeart/2005/8/layout/orgChart1"/>
    <dgm:cxn modelId="{F4492419-6C5E-4898-A49F-5350282E1728}" type="presOf" srcId="{6C7C6FF3-971A-43D5-A1AB-544FE47BB9CD}" destId="{955AF492-4A14-45A2-AB45-C4D4E6B5D194}" srcOrd="0" destOrd="0" presId="urn:microsoft.com/office/officeart/2005/8/layout/orgChart1"/>
    <dgm:cxn modelId="{5233D522-FA90-4494-8778-C83D475D099C}" type="presOf" srcId="{1E4ADDF2-D75F-40D3-94DC-CADB77D6D1D0}" destId="{2A6CB70D-0AAA-4959-A977-59C974E61B94}" srcOrd="0" destOrd="0" presId="urn:microsoft.com/office/officeart/2005/8/layout/orgChart1"/>
    <dgm:cxn modelId="{292BDA24-D4C5-4901-8CDA-A5539993022E}" type="presOf" srcId="{5A184ADC-CC7E-4923-96F7-7C95A18CCE1C}" destId="{F2EE7E3E-CE27-418C-9CB8-0C6C8E076F95}" srcOrd="0" destOrd="0" presId="urn:microsoft.com/office/officeart/2005/8/layout/orgChart1"/>
    <dgm:cxn modelId="{A5E49225-9AD7-4B4E-8606-E58AE72FF14C}" type="presOf" srcId="{CE0C267D-AAC2-4920-ADF7-749B22DA0CC4}" destId="{2ED4CEAE-1BFC-4D48-8413-5C10A36A072D}" srcOrd="1" destOrd="0" presId="urn:microsoft.com/office/officeart/2005/8/layout/orgChart1"/>
    <dgm:cxn modelId="{296B312D-3FEA-4210-8904-D87B3134CF16}" type="presOf" srcId="{C0926D43-A5D6-4FB7-B18D-54883BC76CC8}" destId="{2B89486C-5120-441C-8B93-B110408DC631}" srcOrd="0" destOrd="0" presId="urn:microsoft.com/office/officeart/2005/8/layout/orgChart1"/>
    <dgm:cxn modelId="{3CB5532E-A36A-42F5-9A85-4B2728CDCAD2}" type="presOf" srcId="{35376F0D-4849-4431-8EB6-5FE28FC8DCD2}" destId="{9F9616A0-35CE-4166-BC94-6A628A465E70}" srcOrd="0" destOrd="0" presId="urn:microsoft.com/office/officeart/2005/8/layout/orgChart1"/>
    <dgm:cxn modelId="{6964F432-F0AC-4994-820A-0D4CE99B9306}" srcId="{F78474BA-257B-4F7F-B8EE-77501871400C}" destId="{A66EB8FC-65AF-40FD-BD97-7970D8BE31B5}" srcOrd="0" destOrd="0" parTransId="{AD80C5ED-4A32-447E-A761-30FEFA19A547}" sibTransId="{B61E7B06-6E99-4E24-A597-D1C6169C93E3}"/>
    <dgm:cxn modelId="{AA667535-642A-4119-AC4F-A60BB0B73A47}" type="presOf" srcId="{B64CA087-2760-4F4C-8A49-91F142D3E9A5}" destId="{3D128632-8B33-4A9B-A3B7-919CF91CBEE1}" srcOrd="0" destOrd="0" presId="urn:microsoft.com/office/officeart/2005/8/layout/orgChart1"/>
    <dgm:cxn modelId="{36BCAC36-FAF6-4F54-B61D-D35347B3BDDD}" type="presOf" srcId="{A5556F9B-57B5-4F1E-B93B-7BA9882998B2}" destId="{53D008A8-5577-473E-9C8D-F4974D0672AF}" srcOrd="1" destOrd="0" presId="urn:microsoft.com/office/officeart/2005/8/layout/orgChart1"/>
    <dgm:cxn modelId="{DE31343C-B48B-458D-9D62-DA15DD3DF9BE}" type="presOf" srcId="{0AEA478B-F77B-4BE6-9FF4-31147C4ACB99}" destId="{49575C5C-F63C-404A-AF34-82F6AC42B4C2}" srcOrd="1" destOrd="0" presId="urn:microsoft.com/office/officeart/2005/8/layout/orgChart1"/>
    <dgm:cxn modelId="{7118703E-E446-4927-8AF5-2B7C25DB708E}" type="presOf" srcId="{AAA9365C-2A2A-4C53-9F6D-F954FB5A25EB}" destId="{F35AC2ED-3E3A-455E-8146-3FCE5F647090}" srcOrd="0" destOrd="0" presId="urn:microsoft.com/office/officeart/2005/8/layout/orgChart1"/>
    <dgm:cxn modelId="{11F4153F-A719-42B7-B56C-A2765BAE25F3}" type="presOf" srcId="{41B3817B-29E6-4C66-96ED-FC4932F94C68}" destId="{E83D3DFC-5000-47F0-81DE-9FB81BFAAAA4}" srcOrd="0" destOrd="0" presId="urn:microsoft.com/office/officeart/2005/8/layout/orgChart1"/>
    <dgm:cxn modelId="{4A0E8C40-4C5A-4296-966E-AFC58B4BF48A}" type="presOf" srcId="{F0E69CC2-1B7D-469F-9989-97884B7EB437}" destId="{E9877344-E946-4F29-9489-AEE744D7949F}" srcOrd="0" destOrd="0" presId="urn:microsoft.com/office/officeart/2005/8/layout/orgChart1"/>
    <dgm:cxn modelId="{51133F5E-B6E7-4C94-96B9-6B40E9A8AA61}" type="presOf" srcId="{ACC06892-9C38-4BAC-BA7E-067FAECF4250}" destId="{5927CD57-92BD-4B09-9256-9E91460B7F05}" srcOrd="0" destOrd="0" presId="urn:microsoft.com/office/officeart/2005/8/layout/orgChart1"/>
    <dgm:cxn modelId="{69F4B860-B6EF-4F01-95EB-A756E296F283}" type="presOf" srcId="{CABB25A7-4491-44CB-B621-FE00C333CCAF}" destId="{F351DE91-D311-474C-BBDD-8DD649CED796}" srcOrd="0" destOrd="0" presId="urn:microsoft.com/office/officeart/2005/8/layout/orgChart1"/>
    <dgm:cxn modelId="{40454242-EC42-4BDE-96C7-6E28629AC3D5}" type="presOf" srcId="{F4E07189-7C77-4E99-97AC-E0E71F33D712}" destId="{857251BB-2CF4-4244-BFA2-0BCFC64399A4}" srcOrd="1" destOrd="0" presId="urn:microsoft.com/office/officeart/2005/8/layout/orgChart1"/>
    <dgm:cxn modelId="{33202B66-5C23-4E19-97EC-A090336FFE41}" type="presOf" srcId="{4976E8E0-5598-4A74-95DB-E351AB5B6201}" destId="{A62D44E6-B54F-47FB-8C33-EC5FC690F3E4}" srcOrd="0" destOrd="0" presId="urn:microsoft.com/office/officeart/2005/8/layout/orgChart1"/>
    <dgm:cxn modelId="{39264049-D445-4555-A7E1-5B820C2CEA8D}" type="presOf" srcId="{0FFE6E77-91C3-4410-B918-283A9B53B00C}" destId="{AAB81486-BAF7-4E78-8E5E-45704FBDE58B}" srcOrd="1" destOrd="0" presId="urn:microsoft.com/office/officeart/2005/8/layout/orgChart1"/>
    <dgm:cxn modelId="{3F03B86E-55A5-4BAD-952D-9F8594994592}" type="presOf" srcId="{382AF52B-C88F-43B6-8466-263DC61B9775}" destId="{5F1A0473-F11D-410C-90FF-8761E449D0BB}" srcOrd="0" destOrd="0" presId="urn:microsoft.com/office/officeart/2005/8/layout/orgChart1"/>
    <dgm:cxn modelId="{BEC6BC6F-F37F-479E-8F4B-9FFCF1957F1E}" srcId="{F78474BA-257B-4F7F-B8EE-77501871400C}" destId="{67A96424-3C2F-464D-8D99-2DBAD1A1D6B0}" srcOrd="3" destOrd="0" parTransId="{F0E69CC2-1B7D-469F-9989-97884B7EB437}" sibTransId="{C9D612A5-A36A-41A2-82E8-7788304E996E}"/>
    <dgm:cxn modelId="{D99F8351-60D1-4697-B122-65EC97955BA4}" type="presOf" srcId="{35376F0D-4849-4431-8EB6-5FE28FC8DCD2}" destId="{CE72AFDC-9802-4F07-A8F2-A3AD74DC0DE6}" srcOrd="1" destOrd="0" presId="urn:microsoft.com/office/officeart/2005/8/layout/orgChart1"/>
    <dgm:cxn modelId="{0BA71573-A4B5-47DE-B992-A79E688C3921}" srcId="{F4E07189-7C77-4E99-97AC-E0E71F33D712}" destId="{8BCA78FA-0652-4B07-9E43-93F7E0C085DA}" srcOrd="2" destOrd="0" parTransId="{9D1D59B0-BFF9-4DFE-B994-51E0C0CAC38C}" sibTransId="{E858C72D-4FE2-41D3-8C1D-6AA5DA7B88BB}"/>
    <dgm:cxn modelId="{6AC6A773-38AB-4E43-8185-17837CAF54C1}" srcId="{6948DC63-3806-4A16-9CB7-9594D34A2954}" destId="{5A184ADC-CC7E-4923-96F7-7C95A18CCE1C}" srcOrd="1" destOrd="0" parTransId="{496908AD-138E-43BD-8856-79BAD33D8F54}" sibTransId="{FA3F257A-58DD-4D7F-BF11-25A78186435E}"/>
    <dgm:cxn modelId="{FF0D4F74-1F07-4BFF-83FC-978406ACE291}" type="presOf" srcId="{F875F2BD-C4A4-4AD3-A484-B29524756B09}" destId="{ED26B170-804C-4EFA-B860-1AC5C1C2DB10}" srcOrd="0" destOrd="0" presId="urn:microsoft.com/office/officeart/2005/8/layout/orgChart1"/>
    <dgm:cxn modelId="{7D2EDE54-231E-4D77-92B1-BB6F9CD171B6}" type="presOf" srcId="{6C7C6FF3-971A-43D5-A1AB-544FE47BB9CD}" destId="{42385A93-8EE7-4E76-9C1E-3BFCC3D140FA}" srcOrd="1" destOrd="0" presId="urn:microsoft.com/office/officeart/2005/8/layout/orgChart1"/>
    <dgm:cxn modelId="{94AE7475-C428-4AFE-8C5D-A418A1EDC6CB}" type="presOf" srcId="{F0CD9FF4-32A6-48E3-AC69-33DF797B9D0F}" destId="{F6CB4999-8BB2-43DD-9C36-7E753BC64853}" srcOrd="0" destOrd="0" presId="urn:microsoft.com/office/officeart/2005/8/layout/orgChart1"/>
    <dgm:cxn modelId="{EF73C677-6FDF-4AF9-AF9C-C07444366634}" type="presOf" srcId="{0FFE6E77-91C3-4410-B918-283A9B53B00C}" destId="{733DA175-9356-4169-8F99-49DDDD5DDD4C}" srcOrd="0" destOrd="0" presId="urn:microsoft.com/office/officeart/2005/8/layout/orgChart1"/>
    <dgm:cxn modelId="{3BCAED58-9626-478E-BF9B-A0D7EC88E284}" srcId="{6C7C6FF3-971A-43D5-A1AB-544FE47BB9CD}" destId="{F0CD9FF4-32A6-48E3-AC69-33DF797B9D0F}" srcOrd="2" destOrd="0" parTransId="{3F0258CC-DBE4-4DD2-BDC8-4990E425469B}" sibTransId="{3D334620-4A0D-4207-BE24-7EA3108D370A}"/>
    <dgm:cxn modelId="{03DA0279-9891-4E69-BC3A-B155278DEC53}" srcId="{6948DC63-3806-4A16-9CB7-9594D34A2954}" destId="{8B41DAAB-5904-48CB-967D-A7DB94B52484}" srcOrd="0" destOrd="0" parTransId="{BD07B6A3-7B1D-4627-BFC8-3058325BA360}" sibTransId="{3511B2C8-220C-4C14-B71E-E4A4071F941D}"/>
    <dgm:cxn modelId="{3D82205A-1E07-493F-852B-CBED03DF8AD4}" type="presOf" srcId="{C9315201-D7F1-40AD-8511-0DD626113FCF}" destId="{D1D69BEC-71F7-4982-A075-51814AECF45C}" srcOrd="0" destOrd="0" presId="urn:microsoft.com/office/officeart/2005/8/layout/orgChart1"/>
    <dgm:cxn modelId="{785AA25A-E685-4DFA-803F-88076D8FA2FA}" type="presOf" srcId="{67A96424-3C2F-464D-8D99-2DBAD1A1D6B0}" destId="{0D128357-FC7C-4922-860B-AEBD600AD521}" srcOrd="0" destOrd="0" presId="urn:microsoft.com/office/officeart/2005/8/layout/orgChart1"/>
    <dgm:cxn modelId="{F4FF597D-5010-4C8B-9FCD-D087DC67B960}" srcId="{F4E07189-7C77-4E99-97AC-E0E71F33D712}" destId="{CE0C267D-AAC2-4920-ADF7-749B22DA0CC4}" srcOrd="1" destOrd="0" parTransId="{C5B87BAE-AA71-4A7D-A21D-A4A9D33E3562}" sibTransId="{77D8955E-883E-437A-A044-48EAD6E9D073}"/>
    <dgm:cxn modelId="{722B417E-122D-4114-86E7-EDEAA8D018CE}" type="presOf" srcId="{E095DDE9-6F9F-4B84-8744-A8094FD6F7B0}" destId="{CDC94E73-0713-498C-97D9-4FB09B902C6B}" srcOrd="0" destOrd="0" presId="urn:microsoft.com/office/officeart/2005/8/layout/orgChart1"/>
    <dgm:cxn modelId="{7E0EAE82-92CF-43F0-88C0-4674CDA5DC85}" type="presOf" srcId="{67A96424-3C2F-464D-8D99-2DBAD1A1D6B0}" destId="{F0CD9DAF-FA63-47F2-9C94-89F9D225ABFA}" srcOrd="1" destOrd="0" presId="urn:microsoft.com/office/officeart/2005/8/layout/orgChart1"/>
    <dgm:cxn modelId="{BC72EA86-97F1-4521-ABB3-8910E0C646E2}" srcId="{ACC06892-9C38-4BAC-BA7E-067FAECF4250}" destId="{6C7C6FF3-971A-43D5-A1AB-544FE47BB9CD}" srcOrd="1" destOrd="0" parTransId="{E095DDE9-6F9F-4B84-8744-A8094FD6F7B0}" sibTransId="{9778AD1D-64CC-4FEC-A51B-4C3263546C2C}"/>
    <dgm:cxn modelId="{0374118A-58B1-4BF7-A072-35DB526EBC62}" type="presOf" srcId="{6948DC63-3806-4A16-9CB7-9594D34A2954}" destId="{7B394F8F-70CE-4E1A-9A01-3ABD30BBBA33}" srcOrd="1" destOrd="0" presId="urn:microsoft.com/office/officeart/2005/8/layout/orgChart1"/>
    <dgm:cxn modelId="{246EE191-A3DB-494C-A26E-5FDD5A5FB577}" type="presOf" srcId="{89F669AF-EA56-419F-BAF5-8AE41DAFF0EF}" destId="{6C6F18D1-2CDF-41B3-A532-6F3AF6411188}" srcOrd="1" destOrd="0" presId="urn:microsoft.com/office/officeart/2005/8/layout/orgChart1"/>
    <dgm:cxn modelId="{1A833696-E3FB-42C9-81AE-70A4467FB720}" srcId="{6C7C6FF3-971A-43D5-A1AB-544FE47BB9CD}" destId="{C0926D43-A5D6-4FB7-B18D-54883BC76CC8}" srcOrd="1" destOrd="0" parTransId="{C30FDFB8-E0B9-4CE4-9C36-A0B4E11316A9}" sibTransId="{17452B09-0BCF-4802-8FA4-B681B60A882A}"/>
    <dgm:cxn modelId="{8C0D7F98-0312-40A1-9882-2520D35D619E}" type="presOf" srcId="{3F0258CC-DBE4-4DD2-BDC8-4990E425469B}" destId="{3B595F33-0DE7-4CC9-9C5B-2CD02494772E}" srcOrd="0" destOrd="0" presId="urn:microsoft.com/office/officeart/2005/8/layout/orgChart1"/>
    <dgm:cxn modelId="{3EDFA598-81E4-4763-9BCC-769F8C5C74E6}" type="presOf" srcId="{0AEA478B-F77B-4BE6-9FF4-31147C4ACB99}" destId="{77243091-0130-4EEF-A148-B58CBB2A8E2E}" srcOrd="0" destOrd="0" presId="urn:microsoft.com/office/officeart/2005/8/layout/orgChart1"/>
    <dgm:cxn modelId="{0FAEAB98-FF2B-4EC6-9D64-CB9D0228775F}" type="presOf" srcId="{F0CD9FF4-32A6-48E3-AC69-33DF797B9D0F}" destId="{C89B699D-4017-4B3D-9FC1-A2F8A3C49B5C}" srcOrd="1" destOrd="0" presId="urn:microsoft.com/office/officeart/2005/8/layout/orgChart1"/>
    <dgm:cxn modelId="{2D3D3A9B-65F5-4A16-94E4-3D368B1AF74D}" type="presOf" srcId="{8B41DAAB-5904-48CB-967D-A7DB94B52484}" destId="{350B7C86-2CBF-41E7-B945-5EDCEFE7AF35}" srcOrd="1" destOrd="0" presId="urn:microsoft.com/office/officeart/2005/8/layout/orgChart1"/>
    <dgm:cxn modelId="{083E689E-DBC9-439D-A54B-2887FE1327B7}" srcId="{ACC06892-9C38-4BAC-BA7E-067FAECF4250}" destId="{F78474BA-257B-4F7F-B8EE-77501871400C}" srcOrd="3" destOrd="0" parTransId="{F875F2BD-C4A4-4AD3-A484-B29524756B09}" sibTransId="{65DEF82D-8EDC-4C56-A69B-1E1BEFD4B538}"/>
    <dgm:cxn modelId="{FA47B8A3-F4B9-4C0D-B791-8313E223034D}" type="presOf" srcId="{9D1D59B0-BFF9-4DFE-B994-51E0C0CAC38C}" destId="{CFB66238-3C30-43B2-A668-741699831424}" srcOrd="0" destOrd="0" presId="urn:microsoft.com/office/officeart/2005/8/layout/orgChart1"/>
    <dgm:cxn modelId="{8FAEDEA4-54B5-48E1-9D86-6D081665FD5C}" type="presOf" srcId="{F4E07189-7C77-4E99-97AC-E0E71F33D712}" destId="{0B6A9FDE-DA2C-49B1-B5A5-7E4BFB96BFA7}" srcOrd="0" destOrd="0" presId="urn:microsoft.com/office/officeart/2005/8/layout/orgChart1"/>
    <dgm:cxn modelId="{D388DCAB-78A2-4B5B-AE63-2FBB23652E31}" type="presOf" srcId="{74B894D6-9B30-429B-9E46-C109FCB1666B}" destId="{69C1948F-7E8E-498A-9B40-9A1685CA78C4}" srcOrd="1" destOrd="0" presId="urn:microsoft.com/office/officeart/2005/8/layout/orgChart1"/>
    <dgm:cxn modelId="{6A8F55B1-4032-466D-8623-FD72AFDA79E8}" type="presOf" srcId="{BD07B6A3-7B1D-4627-BFC8-3058325BA360}" destId="{307396D9-27FE-4861-A7A7-46F0E9FFF195}" srcOrd="0" destOrd="0" presId="urn:microsoft.com/office/officeart/2005/8/layout/orgChart1"/>
    <dgm:cxn modelId="{1282CFB5-8033-45C8-98A2-6DE26BAAC9C2}" type="presOf" srcId="{A5556F9B-57B5-4F1E-B93B-7BA9882998B2}" destId="{B61813F6-F06C-4CDE-A663-7A724606E264}" srcOrd="0" destOrd="0" presId="urn:microsoft.com/office/officeart/2005/8/layout/orgChart1"/>
    <dgm:cxn modelId="{08ACECB6-DFF1-45AA-9BC3-046CB8A97B96}" type="presOf" srcId="{C9315201-D7F1-40AD-8511-0DD626113FCF}" destId="{258636F8-0820-4015-A634-BCC6E13483DC}" srcOrd="1" destOrd="0" presId="urn:microsoft.com/office/officeart/2005/8/layout/orgChart1"/>
    <dgm:cxn modelId="{C59AD8B9-850A-4D67-B413-72566A25773F}" type="presOf" srcId="{A66EB8FC-65AF-40FD-BD97-7970D8BE31B5}" destId="{54152D92-2203-4C8F-97DE-C9BAE3B31D9E}" srcOrd="0" destOrd="0" presId="urn:microsoft.com/office/officeart/2005/8/layout/orgChart1"/>
    <dgm:cxn modelId="{DFABB1BC-6D87-4318-8B38-879A655E9D57}" type="presOf" srcId="{643D418E-76AE-4B38-A558-CA26E6377DAB}" destId="{F5AA20DB-D543-4EC1-976A-215B75057042}" srcOrd="0" destOrd="0" presId="urn:microsoft.com/office/officeart/2005/8/layout/orgChart1"/>
    <dgm:cxn modelId="{78FFA2BD-30A0-4F66-83E1-0C867836D5E2}" type="presOf" srcId="{F78474BA-257B-4F7F-B8EE-77501871400C}" destId="{7222942F-48CD-4B20-A66B-504F9496697F}" srcOrd="0" destOrd="0" presId="urn:microsoft.com/office/officeart/2005/8/layout/orgChart1"/>
    <dgm:cxn modelId="{8C6210C5-3081-4630-A764-1873FFA7A58E}" type="presOf" srcId="{8BCA78FA-0652-4B07-9E43-93F7E0C085DA}" destId="{56177DFC-9DC4-4ECD-88DD-7820E27553A7}" srcOrd="0" destOrd="0" presId="urn:microsoft.com/office/officeart/2005/8/layout/orgChart1"/>
    <dgm:cxn modelId="{291D88C9-99AF-42BE-9723-FCBC8B25A5E5}" srcId="{F78474BA-257B-4F7F-B8EE-77501871400C}" destId="{A5556F9B-57B5-4F1E-B93B-7BA9882998B2}" srcOrd="2" destOrd="0" parTransId="{41B3817B-29E6-4C66-96ED-FC4932F94C68}" sibTransId="{4A023ECF-9220-4E3A-B519-4BDCEE6D01E8}"/>
    <dgm:cxn modelId="{554AC2C9-835B-4D42-B0E3-E7B270A7C075}" srcId="{F4E07189-7C77-4E99-97AC-E0E71F33D712}" destId="{35376F0D-4849-4431-8EB6-5FE28FC8DCD2}" srcOrd="3" destOrd="0" parTransId="{AF8966C5-63AC-4F6A-B1E9-1559389D3B01}" sibTransId="{5AFE4D6A-DC26-45D7-AA22-E913161069C8}"/>
    <dgm:cxn modelId="{FB3A6DCA-FCAC-4AC4-A855-9DCFD3DDEB9D}" type="presOf" srcId="{74B894D6-9B30-429B-9E46-C109FCB1666B}" destId="{280A689F-17C8-4380-A1D1-EB51D0103DDD}" srcOrd="0" destOrd="0" presId="urn:microsoft.com/office/officeart/2005/8/layout/orgChart1"/>
    <dgm:cxn modelId="{A4C3B4CC-656E-483D-A462-B4B0C1F99F59}" srcId="{7A032A4E-FC12-4364-9EFD-DF839946E7E0}" destId="{F4E07189-7C77-4E99-97AC-E0E71F33D712}" srcOrd="0" destOrd="0" parTransId="{36BEB16D-6462-43FB-B36F-BF4936AD34BC}" sibTransId="{0A606B29-3142-431B-B5AE-01D43EB731F0}"/>
    <dgm:cxn modelId="{23E5B4CD-A9A0-4194-B8E8-E7DD287D0440}" type="presOf" srcId="{CE0C267D-AAC2-4920-ADF7-749B22DA0CC4}" destId="{1DB626DB-48E3-49BD-B318-BFEA2DA587F9}" srcOrd="0" destOrd="0" presId="urn:microsoft.com/office/officeart/2005/8/layout/orgChart1"/>
    <dgm:cxn modelId="{6AC898CF-8C51-4E2F-BF28-304517F06F73}" type="presOf" srcId="{ACC06892-9C38-4BAC-BA7E-067FAECF4250}" destId="{5742F2DE-540E-40CB-AA36-3BC2A2242370}" srcOrd="1" destOrd="0" presId="urn:microsoft.com/office/officeart/2005/8/layout/orgChart1"/>
    <dgm:cxn modelId="{4DB758D1-0993-4BDA-8BCB-52BEE1E264BE}" srcId="{F4E07189-7C77-4E99-97AC-E0E71F33D712}" destId="{0FFE6E77-91C3-4410-B918-283A9B53B00C}" srcOrd="4" destOrd="0" parTransId="{5B679684-B2E0-4AE6-BD56-B67422AB2E48}" sibTransId="{241FE446-5833-4D5A-A2AA-7203B347626D}"/>
    <dgm:cxn modelId="{84096FD3-5189-48CB-8AC5-3F5A5404635D}" srcId="{F4E07189-7C77-4E99-97AC-E0E71F33D712}" destId="{643D418E-76AE-4B38-A558-CA26E6377DAB}" srcOrd="0" destOrd="0" parTransId="{B64CA087-2760-4F4C-8A49-91F142D3E9A5}" sibTransId="{F20A44EA-1E32-4326-AC4C-4DCE8E11E8B2}"/>
    <dgm:cxn modelId="{DD4246D5-5746-4CAA-9C73-6EFD1C2F76D1}" srcId="{382AF52B-C88F-43B6-8466-263DC61B9775}" destId="{ACC06892-9C38-4BAC-BA7E-067FAECF4250}" srcOrd="0" destOrd="0" parTransId="{E6841F62-33E5-4FCB-840C-3EF66DC270F4}" sibTransId="{07960AB9-E23E-4177-8E07-F5C4486F4479}"/>
    <dgm:cxn modelId="{042C9DD5-558B-4A42-8DEE-71EE8BE6C1E6}" type="presOf" srcId="{103DCBDB-E9C3-425D-BB75-000CC4A7493B}" destId="{06027E34-2A4C-489A-87FC-865F25D066EE}" srcOrd="0" destOrd="0" presId="urn:microsoft.com/office/officeart/2005/8/layout/orgChart1"/>
    <dgm:cxn modelId="{F3A42CD6-4164-45CA-9E43-6378AC07EF4D}" srcId="{6C7C6FF3-971A-43D5-A1AB-544FE47BB9CD}" destId="{74B894D6-9B30-429B-9E46-C109FCB1666B}" srcOrd="0" destOrd="0" parTransId="{CABB25A7-4491-44CB-B621-FE00C333CCAF}" sibTransId="{B3BD398E-9AC0-4013-B56D-7C66E26B06D1}"/>
    <dgm:cxn modelId="{BDFE47D6-4197-4BBC-A04D-DBF3E3CB478D}" type="presOf" srcId="{5A184ADC-CC7E-4923-96F7-7C95A18CCE1C}" destId="{272E7762-554D-4015-B576-040C0352C6CC}" srcOrd="1" destOrd="0" presId="urn:microsoft.com/office/officeart/2005/8/layout/orgChart1"/>
    <dgm:cxn modelId="{6A2E97D6-C3CE-4DD4-8EA0-6BC8660736D3}" type="presOf" srcId="{8BCA78FA-0652-4B07-9E43-93F7E0C085DA}" destId="{597FD197-E0C5-4E38-ABA1-508FF5084456}" srcOrd="1" destOrd="0" presId="urn:microsoft.com/office/officeart/2005/8/layout/orgChart1"/>
    <dgm:cxn modelId="{C2951CD8-3F2D-4116-AB88-01F00DAD7779}" type="presOf" srcId="{7A032A4E-FC12-4364-9EFD-DF839946E7E0}" destId="{A7510101-58F9-4EFC-B6FD-851A249D7271}" srcOrd="0" destOrd="0" presId="urn:microsoft.com/office/officeart/2005/8/layout/orgChart1"/>
    <dgm:cxn modelId="{9F1F52DB-95D4-41D0-83E5-B66E8710CB47}" type="presOf" srcId="{F78474BA-257B-4F7F-B8EE-77501871400C}" destId="{A3BE810F-575F-4776-B0A4-7CE889BE9091}" srcOrd="1" destOrd="0" presId="urn:microsoft.com/office/officeart/2005/8/layout/orgChart1"/>
    <dgm:cxn modelId="{038255DC-24D1-4383-8DBD-51BFA4603BC3}" type="presOf" srcId="{C5B87BAE-AA71-4A7D-A21D-A4A9D33E3562}" destId="{FEA520FD-9CBA-4D91-B0C0-B98563B23614}" srcOrd="0" destOrd="0" presId="urn:microsoft.com/office/officeart/2005/8/layout/orgChart1"/>
    <dgm:cxn modelId="{30FF35DE-E77A-4457-9420-79C8500BEDEC}" type="presOf" srcId="{8B41DAAB-5904-48CB-967D-A7DB94B52484}" destId="{400451DC-6F5C-4D4E-BE70-9763E14E5559}" srcOrd="0" destOrd="0" presId="urn:microsoft.com/office/officeart/2005/8/layout/orgChart1"/>
    <dgm:cxn modelId="{12B56BDE-802C-48E5-AD33-F3026E4731C1}" type="presOf" srcId="{C0926D43-A5D6-4FB7-B18D-54883BC76CC8}" destId="{EE5FA095-3C67-4E53-9A32-B20BCD319089}" srcOrd="1" destOrd="0" presId="urn:microsoft.com/office/officeart/2005/8/layout/orgChart1"/>
    <dgm:cxn modelId="{DB4C64E1-FE0D-489D-B863-2F1EC9A03358}" type="presOf" srcId="{AF8966C5-63AC-4F6A-B1E9-1559389D3B01}" destId="{04035E21-F480-427F-B476-B8639FA3ABB0}" srcOrd="0" destOrd="0" presId="urn:microsoft.com/office/officeart/2005/8/layout/orgChart1"/>
    <dgm:cxn modelId="{7F6A28E8-A3E0-475D-A200-EBA52D6AF1C6}" type="presOf" srcId="{7A032A4E-FC12-4364-9EFD-DF839946E7E0}" destId="{D475B39F-5CE6-475C-B6A2-D74CB3DD4191}" srcOrd="1" destOrd="0" presId="urn:microsoft.com/office/officeart/2005/8/layout/orgChart1"/>
    <dgm:cxn modelId="{1C44A1E9-75C7-41B4-8205-B987F20D9255}" type="presOf" srcId="{643D418E-76AE-4B38-A558-CA26E6377DAB}" destId="{C91D4B1E-C5C5-44F5-8283-5E39DC90D884}" srcOrd="1" destOrd="0" presId="urn:microsoft.com/office/officeart/2005/8/layout/orgChart1"/>
    <dgm:cxn modelId="{3BF6A9F1-72C4-4D57-9DB4-D9CF87EC9EF5}" srcId="{6948DC63-3806-4A16-9CB7-9594D34A2954}" destId="{C9315201-D7F1-40AD-8511-0DD626113FCF}" srcOrd="3" destOrd="0" parTransId="{4976E8E0-5598-4A74-95DB-E351AB5B6201}" sibTransId="{CC2D2113-EE14-491F-8A5E-A3C424CDD9B3}"/>
    <dgm:cxn modelId="{F9363AF2-3307-497B-85AF-13F926194C90}" type="presOf" srcId="{36BEB16D-6462-43FB-B36F-BF4936AD34BC}" destId="{5BF61837-CE7C-499E-B18B-E22F39C04E68}" srcOrd="0" destOrd="0" presId="urn:microsoft.com/office/officeart/2005/8/layout/orgChart1"/>
    <dgm:cxn modelId="{6C32A5F4-0281-426C-A8CC-11BB8EAA04CE}" type="presOf" srcId="{496908AD-138E-43BD-8856-79BAD33D8F54}" destId="{0BCCE461-19FC-4DB9-9509-CB3DD94AF021}" srcOrd="0" destOrd="0" presId="urn:microsoft.com/office/officeart/2005/8/layout/orgChart1"/>
    <dgm:cxn modelId="{9BFE25F6-4B1F-4C0D-9949-488A2DC20CFD}" type="presOf" srcId="{5B679684-B2E0-4AE6-BD56-B67422AB2E48}" destId="{44A92694-6F34-4323-BEB7-FB65A555AA47}" srcOrd="0" destOrd="0" presId="urn:microsoft.com/office/officeart/2005/8/layout/orgChart1"/>
    <dgm:cxn modelId="{9E5C1EFA-698C-473B-B00D-911C1E6D384F}" type="presOf" srcId="{AD80C5ED-4A32-447E-A761-30FEFA19A547}" destId="{10DBF90B-A5AE-40D4-9EC0-D0035D6FD8E0}" srcOrd="0" destOrd="0" presId="urn:microsoft.com/office/officeart/2005/8/layout/orgChart1"/>
    <dgm:cxn modelId="{B3D6C509-CAD4-47B8-BD58-FA1629CB1BA3}" type="presParOf" srcId="{5F1A0473-F11D-410C-90FF-8761E449D0BB}" destId="{DFDED937-63B9-494F-BA54-B9C91593A736}" srcOrd="0" destOrd="0" presId="urn:microsoft.com/office/officeart/2005/8/layout/orgChart1"/>
    <dgm:cxn modelId="{335D27B5-2203-48DE-A2B4-0E3EE3DBDE95}" type="presParOf" srcId="{DFDED937-63B9-494F-BA54-B9C91593A736}" destId="{7D950393-1E13-4A13-948C-545E878A8DC1}" srcOrd="0" destOrd="0" presId="urn:microsoft.com/office/officeart/2005/8/layout/orgChart1"/>
    <dgm:cxn modelId="{4741A377-9BDC-491F-9E17-3CC39745E20A}" type="presParOf" srcId="{7D950393-1E13-4A13-948C-545E878A8DC1}" destId="{5927CD57-92BD-4B09-9256-9E91460B7F05}" srcOrd="0" destOrd="0" presId="urn:microsoft.com/office/officeart/2005/8/layout/orgChart1"/>
    <dgm:cxn modelId="{6E52BF2A-8186-4FFF-93E5-94AE1C57AF4F}" type="presParOf" srcId="{7D950393-1E13-4A13-948C-545E878A8DC1}" destId="{5742F2DE-540E-40CB-AA36-3BC2A2242370}" srcOrd="1" destOrd="0" presId="urn:microsoft.com/office/officeart/2005/8/layout/orgChart1"/>
    <dgm:cxn modelId="{7339ECF3-4F34-4B70-B7E0-69901EA108BE}" type="presParOf" srcId="{DFDED937-63B9-494F-BA54-B9C91593A736}" destId="{D8378301-A697-4014-9397-3C38FFFDDAA5}" srcOrd="1" destOrd="0" presId="urn:microsoft.com/office/officeart/2005/8/layout/orgChart1"/>
    <dgm:cxn modelId="{B35A8E6C-0F55-483D-83E7-50967BE11CF7}" type="presParOf" srcId="{D8378301-A697-4014-9397-3C38FFFDDAA5}" destId="{06027E34-2A4C-489A-87FC-865F25D066EE}" srcOrd="0" destOrd="0" presId="urn:microsoft.com/office/officeart/2005/8/layout/orgChart1"/>
    <dgm:cxn modelId="{648BAE24-08D5-48D2-882B-12AB4DC251E6}" type="presParOf" srcId="{D8378301-A697-4014-9397-3C38FFFDDAA5}" destId="{30759C0C-8412-4DB8-971E-05D5CB91B0B2}" srcOrd="1" destOrd="0" presId="urn:microsoft.com/office/officeart/2005/8/layout/orgChart1"/>
    <dgm:cxn modelId="{60B9EE19-F15E-4BCD-8505-5984F56E5525}" type="presParOf" srcId="{30759C0C-8412-4DB8-971E-05D5CB91B0B2}" destId="{CEF44C7E-BEE3-45BF-9EF1-533CA347135D}" srcOrd="0" destOrd="0" presId="urn:microsoft.com/office/officeart/2005/8/layout/orgChart1"/>
    <dgm:cxn modelId="{7C6CC950-FAF4-4AA3-9763-0519F58E50AE}" type="presParOf" srcId="{CEF44C7E-BEE3-45BF-9EF1-533CA347135D}" destId="{A7510101-58F9-4EFC-B6FD-851A249D7271}" srcOrd="0" destOrd="0" presId="urn:microsoft.com/office/officeart/2005/8/layout/orgChart1"/>
    <dgm:cxn modelId="{1625AC17-9823-4B79-B85D-E7276FE5C509}" type="presParOf" srcId="{CEF44C7E-BEE3-45BF-9EF1-533CA347135D}" destId="{D475B39F-5CE6-475C-B6A2-D74CB3DD4191}" srcOrd="1" destOrd="0" presId="urn:microsoft.com/office/officeart/2005/8/layout/orgChart1"/>
    <dgm:cxn modelId="{9E539EB5-DF91-4728-83B2-ABB2376444A1}" type="presParOf" srcId="{30759C0C-8412-4DB8-971E-05D5CB91B0B2}" destId="{0F5FE079-362E-4AF2-9F96-0A2BD686FFA2}" srcOrd="1" destOrd="0" presId="urn:microsoft.com/office/officeart/2005/8/layout/orgChart1"/>
    <dgm:cxn modelId="{3D924455-811D-473F-9258-A13D8270831F}" type="presParOf" srcId="{0F5FE079-362E-4AF2-9F96-0A2BD686FFA2}" destId="{5BF61837-CE7C-499E-B18B-E22F39C04E68}" srcOrd="0" destOrd="0" presId="urn:microsoft.com/office/officeart/2005/8/layout/orgChart1"/>
    <dgm:cxn modelId="{6AAE5661-26E9-4677-A8CE-2FD4F5890281}" type="presParOf" srcId="{0F5FE079-362E-4AF2-9F96-0A2BD686FFA2}" destId="{E62F2BCB-6D1D-492C-ACEF-43BFCAD5B04A}" srcOrd="1" destOrd="0" presId="urn:microsoft.com/office/officeart/2005/8/layout/orgChart1"/>
    <dgm:cxn modelId="{2CC7BD05-B746-4B6A-BDC9-292153341285}" type="presParOf" srcId="{E62F2BCB-6D1D-492C-ACEF-43BFCAD5B04A}" destId="{B9126203-185E-42DA-A648-3141F048E1ED}" srcOrd="0" destOrd="0" presId="urn:microsoft.com/office/officeart/2005/8/layout/orgChart1"/>
    <dgm:cxn modelId="{DBDA13CE-C266-4166-A341-DACBAAF8D3F8}" type="presParOf" srcId="{B9126203-185E-42DA-A648-3141F048E1ED}" destId="{0B6A9FDE-DA2C-49B1-B5A5-7E4BFB96BFA7}" srcOrd="0" destOrd="0" presId="urn:microsoft.com/office/officeart/2005/8/layout/orgChart1"/>
    <dgm:cxn modelId="{C8C68B32-BEA7-4419-9AA7-7D6246961D39}" type="presParOf" srcId="{B9126203-185E-42DA-A648-3141F048E1ED}" destId="{857251BB-2CF4-4244-BFA2-0BCFC64399A4}" srcOrd="1" destOrd="0" presId="urn:microsoft.com/office/officeart/2005/8/layout/orgChart1"/>
    <dgm:cxn modelId="{12A9CBAA-DC08-4053-8A8B-82DCD2642BDF}" type="presParOf" srcId="{E62F2BCB-6D1D-492C-ACEF-43BFCAD5B04A}" destId="{E89F83A6-CBB0-4C65-9028-8DEB365C7F4E}" srcOrd="1" destOrd="0" presId="urn:microsoft.com/office/officeart/2005/8/layout/orgChart1"/>
    <dgm:cxn modelId="{9300CED8-E5A3-4C7D-ACF8-23944599940A}" type="presParOf" srcId="{E89F83A6-CBB0-4C65-9028-8DEB365C7F4E}" destId="{3D128632-8B33-4A9B-A3B7-919CF91CBEE1}" srcOrd="0" destOrd="0" presId="urn:microsoft.com/office/officeart/2005/8/layout/orgChart1"/>
    <dgm:cxn modelId="{9CD67183-A855-4685-AB28-9F8D5B9B2906}" type="presParOf" srcId="{E89F83A6-CBB0-4C65-9028-8DEB365C7F4E}" destId="{1F5B3721-3697-4CA1-B62C-F19B8687C03D}" srcOrd="1" destOrd="0" presId="urn:microsoft.com/office/officeart/2005/8/layout/orgChart1"/>
    <dgm:cxn modelId="{B86EEACC-3FB6-43D2-8720-366106516C43}" type="presParOf" srcId="{1F5B3721-3697-4CA1-B62C-F19B8687C03D}" destId="{6A334146-8A93-4A76-93FD-B223C0CC321B}" srcOrd="0" destOrd="0" presId="urn:microsoft.com/office/officeart/2005/8/layout/orgChart1"/>
    <dgm:cxn modelId="{507E2203-DAD2-4B84-A93A-49D660F7816E}" type="presParOf" srcId="{6A334146-8A93-4A76-93FD-B223C0CC321B}" destId="{F5AA20DB-D543-4EC1-976A-215B75057042}" srcOrd="0" destOrd="0" presId="urn:microsoft.com/office/officeart/2005/8/layout/orgChart1"/>
    <dgm:cxn modelId="{97178295-C5B7-495A-B48B-FCE45A70D404}" type="presParOf" srcId="{6A334146-8A93-4A76-93FD-B223C0CC321B}" destId="{C91D4B1E-C5C5-44F5-8283-5E39DC90D884}" srcOrd="1" destOrd="0" presId="urn:microsoft.com/office/officeart/2005/8/layout/orgChart1"/>
    <dgm:cxn modelId="{3FD50AC4-3672-49FA-95B5-0447395D56EA}" type="presParOf" srcId="{1F5B3721-3697-4CA1-B62C-F19B8687C03D}" destId="{1A12A4F4-5034-4470-BB81-8B718EDDABBA}" srcOrd="1" destOrd="0" presId="urn:microsoft.com/office/officeart/2005/8/layout/orgChart1"/>
    <dgm:cxn modelId="{AEB332B1-439D-4D1B-A0E7-AEA7C594F710}" type="presParOf" srcId="{1F5B3721-3697-4CA1-B62C-F19B8687C03D}" destId="{22D308DA-F416-4411-A53E-76966D4426F0}" srcOrd="2" destOrd="0" presId="urn:microsoft.com/office/officeart/2005/8/layout/orgChart1"/>
    <dgm:cxn modelId="{9B440624-5B03-4FE8-82C7-EF7D5B6845D5}" type="presParOf" srcId="{E89F83A6-CBB0-4C65-9028-8DEB365C7F4E}" destId="{FEA520FD-9CBA-4D91-B0C0-B98563B23614}" srcOrd="2" destOrd="0" presId="urn:microsoft.com/office/officeart/2005/8/layout/orgChart1"/>
    <dgm:cxn modelId="{042F7A25-FF5B-441D-8320-35EEF5F5140E}" type="presParOf" srcId="{E89F83A6-CBB0-4C65-9028-8DEB365C7F4E}" destId="{0A523CB2-DE51-40EF-B30E-37C14594D5B3}" srcOrd="3" destOrd="0" presId="urn:microsoft.com/office/officeart/2005/8/layout/orgChart1"/>
    <dgm:cxn modelId="{C89A6C0A-ED39-47FB-9C6E-E85BEC9A6CF5}" type="presParOf" srcId="{0A523CB2-DE51-40EF-B30E-37C14594D5B3}" destId="{B5714397-AA1B-44CD-A0B9-01EAD618BC09}" srcOrd="0" destOrd="0" presId="urn:microsoft.com/office/officeart/2005/8/layout/orgChart1"/>
    <dgm:cxn modelId="{F4763DC4-1C54-4AA8-98DA-5A0A247D3783}" type="presParOf" srcId="{B5714397-AA1B-44CD-A0B9-01EAD618BC09}" destId="{1DB626DB-48E3-49BD-B318-BFEA2DA587F9}" srcOrd="0" destOrd="0" presId="urn:microsoft.com/office/officeart/2005/8/layout/orgChart1"/>
    <dgm:cxn modelId="{0F864106-FE2B-4C7A-ABF4-3FD504766CF9}" type="presParOf" srcId="{B5714397-AA1B-44CD-A0B9-01EAD618BC09}" destId="{2ED4CEAE-1BFC-4D48-8413-5C10A36A072D}" srcOrd="1" destOrd="0" presId="urn:microsoft.com/office/officeart/2005/8/layout/orgChart1"/>
    <dgm:cxn modelId="{1E941309-C29B-4659-B58C-336A7438FE56}" type="presParOf" srcId="{0A523CB2-DE51-40EF-B30E-37C14594D5B3}" destId="{3B89EAAB-DE45-4DB1-83F1-5763AEB24D1E}" srcOrd="1" destOrd="0" presId="urn:microsoft.com/office/officeart/2005/8/layout/orgChart1"/>
    <dgm:cxn modelId="{E71F81AC-0CE8-43FB-9485-771A8147559A}" type="presParOf" srcId="{0A523CB2-DE51-40EF-B30E-37C14594D5B3}" destId="{8F17ED10-20F6-449A-902C-61C68A234899}" srcOrd="2" destOrd="0" presId="urn:microsoft.com/office/officeart/2005/8/layout/orgChart1"/>
    <dgm:cxn modelId="{C07F1D2D-1ACC-4747-B6C1-B42464A20AFA}" type="presParOf" srcId="{E89F83A6-CBB0-4C65-9028-8DEB365C7F4E}" destId="{CFB66238-3C30-43B2-A668-741699831424}" srcOrd="4" destOrd="0" presId="urn:microsoft.com/office/officeart/2005/8/layout/orgChart1"/>
    <dgm:cxn modelId="{8E4B5F25-0EE1-4763-8105-2C65D6F98C68}" type="presParOf" srcId="{E89F83A6-CBB0-4C65-9028-8DEB365C7F4E}" destId="{E796CDE3-E939-401F-AE9F-39A99F1DCCCC}" srcOrd="5" destOrd="0" presId="urn:microsoft.com/office/officeart/2005/8/layout/orgChart1"/>
    <dgm:cxn modelId="{26FCA619-2957-4951-988A-9C7F4648BF58}" type="presParOf" srcId="{E796CDE3-E939-401F-AE9F-39A99F1DCCCC}" destId="{43FB7CD7-DF3F-450D-8C70-3DB252C53CF4}" srcOrd="0" destOrd="0" presId="urn:microsoft.com/office/officeart/2005/8/layout/orgChart1"/>
    <dgm:cxn modelId="{632C3A62-F5EB-4DB6-AA63-24095DB991F2}" type="presParOf" srcId="{43FB7CD7-DF3F-450D-8C70-3DB252C53CF4}" destId="{56177DFC-9DC4-4ECD-88DD-7820E27553A7}" srcOrd="0" destOrd="0" presId="urn:microsoft.com/office/officeart/2005/8/layout/orgChart1"/>
    <dgm:cxn modelId="{334A3F2F-5031-438A-8D50-41A0B2E85089}" type="presParOf" srcId="{43FB7CD7-DF3F-450D-8C70-3DB252C53CF4}" destId="{597FD197-E0C5-4E38-ABA1-508FF5084456}" srcOrd="1" destOrd="0" presId="urn:microsoft.com/office/officeart/2005/8/layout/orgChart1"/>
    <dgm:cxn modelId="{7E8168D0-7FB9-4A8D-B1C0-95CA3F930D86}" type="presParOf" srcId="{E796CDE3-E939-401F-AE9F-39A99F1DCCCC}" destId="{98D2B99A-6822-4645-84FF-3F8700023868}" srcOrd="1" destOrd="0" presId="urn:microsoft.com/office/officeart/2005/8/layout/orgChart1"/>
    <dgm:cxn modelId="{1879AB89-F9B1-417E-AEB7-0CF6BC9410A1}" type="presParOf" srcId="{E796CDE3-E939-401F-AE9F-39A99F1DCCCC}" destId="{4BEAF19A-4FDD-4C4D-B1E2-0BF77D0BE069}" srcOrd="2" destOrd="0" presId="urn:microsoft.com/office/officeart/2005/8/layout/orgChart1"/>
    <dgm:cxn modelId="{D038B3D8-6F0E-464A-A74B-E96794934FDA}" type="presParOf" srcId="{E89F83A6-CBB0-4C65-9028-8DEB365C7F4E}" destId="{04035E21-F480-427F-B476-B8639FA3ABB0}" srcOrd="6" destOrd="0" presId="urn:microsoft.com/office/officeart/2005/8/layout/orgChart1"/>
    <dgm:cxn modelId="{3DDCA805-8238-4B26-971D-C331DBD62FE7}" type="presParOf" srcId="{E89F83A6-CBB0-4C65-9028-8DEB365C7F4E}" destId="{AD1B782C-01FC-4147-A9AB-A6DDFBF7A510}" srcOrd="7" destOrd="0" presId="urn:microsoft.com/office/officeart/2005/8/layout/orgChart1"/>
    <dgm:cxn modelId="{7804880C-1FED-4586-A279-D1AEACF86F7B}" type="presParOf" srcId="{AD1B782C-01FC-4147-A9AB-A6DDFBF7A510}" destId="{77A943AA-5290-474D-B4E1-8F5B083E1423}" srcOrd="0" destOrd="0" presId="urn:microsoft.com/office/officeart/2005/8/layout/orgChart1"/>
    <dgm:cxn modelId="{DD819569-59E3-40B2-8880-9F3AE214E636}" type="presParOf" srcId="{77A943AA-5290-474D-B4E1-8F5B083E1423}" destId="{9F9616A0-35CE-4166-BC94-6A628A465E70}" srcOrd="0" destOrd="0" presId="urn:microsoft.com/office/officeart/2005/8/layout/orgChart1"/>
    <dgm:cxn modelId="{3010331F-734F-4B40-A542-9D593DB99256}" type="presParOf" srcId="{77A943AA-5290-474D-B4E1-8F5B083E1423}" destId="{CE72AFDC-9802-4F07-A8F2-A3AD74DC0DE6}" srcOrd="1" destOrd="0" presId="urn:microsoft.com/office/officeart/2005/8/layout/orgChart1"/>
    <dgm:cxn modelId="{C2A5B476-64A4-43AA-94E7-CA83F76B14A0}" type="presParOf" srcId="{AD1B782C-01FC-4147-A9AB-A6DDFBF7A510}" destId="{1DB0A856-1E87-4FE7-AFD8-A18ED2E8E588}" srcOrd="1" destOrd="0" presId="urn:microsoft.com/office/officeart/2005/8/layout/orgChart1"/>
    <dgm:cxn modelId="{8A4B9025-75F1-446A-95DC-CF312F68E099}" type="presParOf" srcId="{AD1B782C-01FC-4147-A9AB-A6DDFBF7A510}" destId="{7707021E-66C9-44A5-B640-7256433D4510}" srcOrd="2" destOrd="0" presId="urn:microsoft.com/office/officeart/2005/8/layout/orgChart1"/>
    <dgm:cxn modelId="{129F9F35-2E34-4B4C-9B9F-21AC864DCA14}" type="presParOf" srcId="{E89F83A6-CBB0-4C65-9028-8DEB365C7F4E}" destId="{44A92694-6F34-4323-BEB7-FB65A555AA47}" srcOrd="8" destOrd="0" presId="urn:microsoft.com/office/officeart/2005/8/layout/orgChart1"/>
    <dgm:cxn modelId="{C0463329-525E-4F71-B212-0BB1AF0DAD6C}" type="presParOf" srcId="{E89F83A6-CBB0-4C65-9028-8DEB365C7F4E}" destId="{FA22C781-9EF7-4231-9F5F-6D430FC0BCD1}" srcOrd="9" destOrd="0" presId="urn:microsoft.com/office/officeart/2005/8/layout/orgChart1"/>
    <dgm:cxn modelId="{259B58BC-F4A9-451A-9BDB-926FDA486F07}" type="presParOf" srcId="{FA22C781-9EF7-4231-9F5F-6D430FC0BCD1}" destId="{B69BB9BA-8AF4-4B62-A939-5DF24A4C63E6}" srcOrd="0" destOrd="0" presId="urn:microsoft.com/office/officeart/2005/8/layout/orgChart1"/>
    <dgm:cxn modelId="{1BAE0135-DF8C-443C-B45F-D89244C7BF0D}" type="presParOf" srcId="{B69BB9BA-8AF4-4B62-A939-5DF24A4C63E6}" destId="{733DA175-9356-4169-8F99-49DDDD5DDD4C}" srcOrd="0" destOrd="0" presId="urn:microsoft.com/office/officeart/2005/8/layout/orgChart1"/>
    <dgm:cxn modelId="{12D89E2A-616D-4BE8-91AD-3C70C4E1C821}" type="presParOf" srcId="{B69BB9BA-8AF4-4B62-A939-5DF24A4C63E6}" destId="{AAB81486-BAF7-4E78-8E5E-45704FBDE58B}" srcOrd="1" destOrd="0" presId="urn:microsoft.com/office/officeart/2005/8/layout/orgChart1"/>
    <dgm:cxn modelId="{19499337-3B21-4A6C-B0DB-A4EB3A6D1585}" type="presParOf" srcId="{FA22C781-9EF7-4231-9F5F-6D430FC0BCD1}" destId="{4F3B6CAC-262A-4977-83C7-3C4C8818819A}" srcOrd="1" destOrd="0" presId="urn:microsoft.com/office/officeart/2005/8/layout/orgChart1"/>
    <dgm:cxn modelId="{0AF0D745-B792-43BC-B547-1126949E60BB}" type="presParOf" srcId="{FA22C781-9EF7-4231-9F5F-6D430FC0BCD1}" destId="{44CE9480-9D17-4EDE-8596-5477B4CD63EC}" srcOrd="2" destOrd="0" presId="urn:microsoft.com/office/officeart/2005/8/layout/orgChart1"/>
    <dgm:cxn modelId="{FBF41698-60F9-4F2E-9425-EB608A94F300}" type="presParOf" srcId="{E62F2BCB-6D1D-492C-ACEF-43BFCAD5B04A}" destId="{FBE3A1B0-AA02-4B12-9098-5C51D86F3A73}" srcOrd="2" destOrd="0" presId="urn:microsoft.com/office/officeart/2005/8/layout/orgChart1"/>
    <dgm:cxn modelId="{6308E3C8-6DBF-48A1-AA98-27D621DCEFFA}" type="presParOf" srcId="{30759C0C-8412-4DB8-971E-05D5CB91B0B2}" destId="{04888880-B27D-496B-A12A-963428436EA1}" srcOrd="2" destOrd="0" presId="urn:microsoft.com/office/officeart/2005/8/layout/orgChart1"/>
    <dgm:cxn modelId="{9CD53D2E-C363-44F6-9A7A-1ABFAFD3B1DC}" type="presParOf" srcId="{D8378301-A697-4014-9397-3C38FFFDDAA5}" destId="{CDC94E73-0713-498C-97D9-4FB09B902C6B}" srcOrd="2" destOrd="0" presId="urn:microsoft.com/office/officeart/2005/8/layout/orgChart1"/>
    <dgm:cxn modelId="{6F63501A-4C01-4BCA-85DC-E67C6B44527A}" type="presParOf" srcId="{D8378301-A697-4014-9397-3C38FFFDDAA5}" destId="{8DF384A2-76E3-4714-98CC-386912F0B1C3}" srcOrd="3" destOrd="0" presId="urn:microsoft.com/office/officeart/2005/8/layout/orgChart1"/>
    <dgm:cxn modelId="{19D9A7C3-E6D6-41D2-AD4A-FFEE7015501B}" type="presParOf" srcId="{8DF384A2-76E3-4714-98CC-386912F0B1C3}" destId="{85DF9038-A06B-4503-84B0-92B6873BF471}" srcOrd="0" destOrd="0" presId="urn:microsoft.com/office/officeart/2005/8/layout/orgChart1"/>
    <dgm:cxn modelId="{4BC926C9-F870-4EEB-B1EF-781AB1887A4F}" type="presParOf" srcId="{85DF9038-A06B-4503-84B0-92B6873BF471}" destId="{955AF492-4A14-45A2-AB45-C4D4E6B5D194}" srcOrd="0" destOrd="0" presId="urn:microsoft.com/office/officeart/2005/8/layout/orgChart1"/>
    <dgm:cxn modelId="{3692B112-F5B6-4771-A799-50EAFB8650FC}" type="presParOf" srcId="{85DF9038-A06B-4503-84B0-92B6873BF471}" destId="{42385A93-8EE7-4E76-9C1E-3BFCC3D140FA}" srcOrd="1" destOrd="0" presId="urn:microsoft.com/office/officeart/2005/8/layout/orgChart1"/>
    <dgm:cxn modelId="{A3BDACC6-C020-42D8-BFB8-3203D387BCE3}" type="presParOf" srcId="{8DF384A2-76E3-4714-98CC-386912F0B1C3}" destId="{D0FC6FDC-F94D-4518-8E03-24A5A7B6C850}" srcOrd="1" destOrd="0" presId="urn:microsoft.com/office/officeart/2005/8/layout/orgChart1"/>
    <dgm:cxn modelId="{93BA923C-4167-4BEA-8D8C-B91E73E365D3}" type="presParOf" srcId="{D0FC6FDC-F94D-4518-8E03-24A5A7B6C850}" destId="{F351DE91-D311-474C-BBDD-8DD649CED796}" srcOrd="0" destOrd="0" presId="urn:microsoft.com/office/officeart/2005/8/layout/orgChart1"/>
    <dgm:cxn modelId="{0832C8F5-84E3-4193-9F4F-29007BCBD6BD}" type="presParOf" srcId="{D0FC6FDC-F94D-4518-8E03-24A5A7B6C850}" destId="{EBEA2320-0E58-4601-8EA5-D4941CAC5D5B}" srcOrd="1" destOrd="0" presId="urn:microsoft.com/office/officeart/2005/8/layout/orgChart1"/>
    <dgm:cxn modelId="{F49FD6B8-75D7-4331-BB00-5CCCC5D4D038}" type="presParOf" srcId="{EBEA2320-0E58-4601-8EA5-D4941CAC5D5B}" destId="{D3D12507-C5A4-49E2-B689-F5EDF0020ED4}" srcOrd="0" destOrd="0" presId="urn:microsoft.com/office/officeart/2005/8/layout/orgChart1"/>
    <dgm:cxn modelId="{E4993706-59C5-4E75-B7EE-AED1E96EDDFA}" type="presParOf" srcId="{D3D12507-C5A4-49E2-B689-F5EDF0020ED4}" destId="{280A689F-17C8-4380-A1D1-EB51D0103DDD}" srcOrd="0" destOrd="0" presId="urn:microsoft.com/office/officeart/2005/8/layout/orgChart1"/>
    <dgm:cxn modelId="{BD1A5B32-F71A-4EF3-BD10-52604F940EEA}" type="presParOf" srcId="{D3D12507-C5A4-49E2-B689-F5EDF0020ED4}" destId="{69C1948F-7E8E-498A-9B40-9A1685CA78C4}" srcOrd="1" destOrd="0" presId="urn:microsoft.com/office/officeart/2005/8/layout/orgChart1"/>
    <dgm:cxn modelId="{78865284-E8B8-4DE5-A0B1-0A7382CF78B3}" type="presParOf" srcId="{EBEA2320-0E58-4601-8EA5-D4941CAC5D5B}" destId="{D81AED59-DB61-458B-9F5B-4528AF0D5E9E}" srcOrd="1" destOrd="0" presId="urn:microsoft.com/office/officeart/2005/8/layout/orgChart1"/>
    <dgm:cxn modelId="{991219B1-6C40-4F60-81BA-010FCF6E0BB1}" type="presParOf" srcId="{EBEA2320-0E58-4601-8EA5-D4941CAC5D5B}" destId="{55D5CE91-5736-443B-A87D-7F00687F62DF}" srcOrd="2" destOrd="0" presId="urn:microsoft.com/office/officeart/2005/8/layout/orgChart1"/>
    <dgm:cxn modelId="{1D0CD504-4A97-46D7-8B1C-FCE2680F0D05}" type="presParOf" srcId="{D0FC6FDC-F94D-4518-8E03-24A5A7B6C850}" destId="{4BF2F119-8EDE-45F8-9442-081C114A9FBD}" srcOrd="2" destOrd="0" presId="urn:microsoft.com/office/officeart/2005/8/layout/orgChart1"/>
    <dgm:cxn modelId="{2FB6FDA2-1294-4F3A-B5EF-8589FDDD4EFC}" type="presParOf" srcId="{D0FC6FDC-F94D-4518-8E03-24A5A7B6C850}" destId="{03A72BCD-8BD8-4E02-9ED8-63E008647204}" srcOrd="3" destOrd="0" presId="urn:microsoft.com/office/officeart/2005/8/layout/orgChart1"/>
    <dgm:cxn modelId="{20252ACD-325A-4974-9238-E3B8C30CEEB7}" type="presParOf" srcId="{03A72BCD-8BD8-4E02-9ED8-63E008647204}" destId="{87FD8E1A-51BA-4850-B329-8EF8DA1AC4B4}" srcOrd="0" destOrd="0" presId="urn:microsoft.com/office/officeart/2005/8/layout/orgChart1"/>
    <dgm:cxn modelId="{F2C7E780-0B91-4C2A-B0DF-9C822EA13D37}" type="presParOf" srcId="{87FD8E1A-51BA-4850-B329-8EF8DA1AC4B4}" destId="{2B89486C-5120-441C-8B93-B110408DC631}" srcOrd="0" destOrd="0" presId="urn:microsoft.com/office/officeart/2005/8/layout/orgChart1"/>
    <dgm:cxn modelId="{F9D7573E-2980-4EA2-8729-1FF421B0488C}" type="presParOf" srcId="{87FD8E1A-51BA-4850-B329-8EF8DA1AC4B4}" destId="{EE5FA095-3C67-4E53-9A32-B20BCD319089}" srcOrd="1" destOrd="0" presId="urn:microsoft.com/office/officeart/2005/8/layout/orgChart1"/>
    <dgm:cxn modelId="{1B33D769-F7A0-491C-BDB2-6772228BF58F}" type="presParOf" srcId="{03A72BCD-8BD8-4E02-9ED8-63E008647204}" destId="{66096C92-EB0D-4EDA-A82B-18B119C905B1}" srcOrd="1" destOrd="0" presId="urn:microsoft.com/office/officeart/2005/8/layout/orgChart1"/>
    <dgm:cxn modelId="{BA7F522D-5D93-4B79-81F5-3543B6109244}" type="presParOf" srcId="{03A72BCD-8BD8-4E02-9ED8-63E008647204}" destId="{672B75A6-7395-4F32-A1E0-F2FA7E2BACED}" srcOrd="2" destOrd="0" presId="urn:microsoft.com/office/officeart/2005/8/layout/orgChart1"/>
    <dgm:cxn modelId="{980B1F1B-FD19-46D2-AB39-EB9C5F7438A8}" type="presParOf" srcId="{D0FC6FDC-F94D-4518-8E03-24A5A7B6C850}" destId="{3B595F33-0DE7-4CC9-9C5B-2CD02494772E}" srcOrd="4" destOrd="0" presId="urn:microsoft.com/office/officeart/2005/8/layout/orgChart1"/>
    <dgm:cxn modelId="{E496DF17-BDF1-4730-A484-B8D554C56480}" type="presParOf" srcId="{D0FC6FDC-F94D-4518-8E03-24A5A7B6C850}" destId="{14150FA9-139A-4E84-8A65-4B3A0DE5DA74}" srcOrd="5" destOrd="0" presId="urn:microsoft.com/office/officeart/2005/8/layout/orgChart1"/>
    <dgm:cxn modelId="{4DEB69DC-E8B1-4498-92E7-35A3C4EE4C2D}" type="presParOf" srcId="{14150FA9-139A-4E84-8A65-4B3A0DE5DA74}" destId="{991B4032-4E04-4D39-8C54-B379096C5A6E}" srcOrd="0" destOrd="0" presId="urn:microsoft.com/office/officeart/2005/8/layout/orgChart1"/>
    <dgm:cxn modelId="{4866B24A-5E21-4A1C-A8CD-277AAD3D9010}" type="presParOf" srcId="{991B4032-4E04-4D39-8C54-B379096C5A6E}" destId="{F6CB4999-8BB2-43DD-9C36-7E753BC64853}" srcOrd="0" destOrd="0" presId="urn:microsoft.com/office/officeart/2005/8/layout/orgChart1"/>
    <dgm:cxn modelId="{DA964B8A-0674-4E74-A8F4-4B6D44D3572E}" type="presParOf" srcId="{991B4032-4E04-4D39-8C54-B379096C5A6E}" destId="{C89B699D-4017-4B3D-9FC1-A2F8A3C49B5C}" srcOrd="1" destOrd="0" presId="urn:microsoft.com/office/officeart/2005/8/layout/orgChart1"/>
    <dgm:cxn modelId="{124E6276-6A5B-4EDC-8F7B-268148E19A40}" type="presParOf" srcId="{14150FA9-139A-4E84-8A65-4B3A0DE5DA74}" destId="{EE2D8B9F-D817-472A-BE4F-245F8D823DFA}" srcOrd="1" destOrd="0" presId="urn:microsoft.com/office/officeart/2005/8/layout/orgChart1"/>
    <dgm:cxn modelId="{DEBD796E-9E1F-4507-827F-7D70575EF1F3}" type="presParOf" srcId="{14150FA9-139A-4E84-8A65-4B3A0DE5DA74}" destId="{3784CBA0-B7A7-4BEA-93B2-943484BF33DD}" srcOrd="2" destOrd="0" presId="urn:microsoft.com/office/officeart/2005/8/layout/orgChart1"/>
    <dgm:cxn modelId="{D5606D16-5F15-4406-A2E8-9A22541A7013}" type="presParOf" srcId="{8DF384A2-76E3-4714-98CC-386912F0B1C3}" destId="{DE1513D1-0C36-4D75-8C8C-632612290C9C}" srcOrd="2" destOrd="0" presId="urn:microsoft.com/office/officeart/2005/8/layout/orgChart1"/>
    <dgm:cxn modelId="{EB75FA0F-7191-4F1E-BF4E-4A85D7C729F9}" type="presParOf" srcId="{D8378301-A697-4014-9397-3C38FFFDDAA5}" destId="{2A6CB70D-0AAA-4959-A977-59C974E61B94}" srcOrd="4" destOrd="0" presId="urn:microsoft.com/office/officeart/2005/8/layout/orgChart1"/>
    <dgm:cxn modelId="{13545497-520F-4B78-8A7B-5745A51937B3}" type="presParOf" srcId="{D8378301-A697-4014-9397-3C38FFFDDAA5}" destId="{BE88DF57-3C84-474C-95DF-FAB9FC45AE8A}" srcOrd="5" destOrd="0" presId="urn:microsoft.com/office/officeart/2005/8/layout/orgChart1"/>
    <dgm:cxn modelId="{5B8FBD4D-A865-4F4A-9BCD-8E5B64C8A866}" type="presParOf" srcId="{BE88DF57-3C84-474C-95DF-FAB9FC45AE8A}" destId="{ACF8D0E3-71E1-4F87-AB31-16E5D222E501}" srcOrd="0" destOrd="0" presId="urn:microsoft.com/office/officeart/2005/8/layout/orgChart1"/>
    <dgm:cxn modelId="{8DC3A2EE-58C2-46C0-84D2-823B697321AB}" type="presParOf" srcId="{ACF8D0E3-71E1-4F87-AB31-16E5D222E501}" destId="{A65B4F29-07A5-4988-8AAB-88785237BFF1}" srcOrd="0" destOrd="0" presId="urn:microsoft.com/office/officeart/2005/8/layout/orgChart1"/>
    <dgm:cxn modelId="{FA9AF60B-12D9-4DCE-9A57-2666FBC904C7}" type="presParOf" srcId="{ACF8D0E3-71E1-4F87-AB31-16E5D222E501}" destId="{7B394F8F-70CE-4E1A-9A01-3ABD30BBBA33}" srcOrd="1" destOrd="0" presId="urn:microsoft.com/office/officeart/2005/8/layout/orgChart1"/>
    <dgm:cxn modelId="{41F77A05-26E4-4020-AEEC-852B9B60B166}" type="presParOf" srcId="{BE88DF57-3C84-474C-95DF-FAB9FC45AE8A}" destId="{A281375E-463F-4860-9970-1393338A7626}" srcOrd="1" destOrd="0" presId="urn:microsoft.com/office/officeart/2005/8/layout/orgChart1"/>
    <dgm:cxn modelId="{B60ED1FF-FE08-4057-BC37-3759CC96B1C6}" type="presParOf" srcId="{A281375E-463F-4860-9970-1393338A7626}" destId="{307396D9-27FE-4861-A7A7-46F0E9FFF195}" srcOrd="0" destOrd="0" presId="urn:microsoft.com/office/officeart/2005/8/layout/orgChart1"/>
    <dgm:cxn modelId="{EE3F673A-3592-4CFA-8A41-9BA5139F104B}" type="presParOf" srcId="{A281375E-463F-4860-9970-1393338A7626}" destId="{11D7150E-4C65-4CD3-8A25-974C3ECAB2CF}" srcOrd="1" destOrd="0" presId="urn:microsoft.com/office/officeart/2005/8/layout/orgChart1"/>
    <dgm:cxn modelId="{07E66624-BF7B-4DA1-96A2-0D9561B9C093}" type="presParOf" srcId="{11D7150E-4C65-4CD3-8A25-974C3ECAB2CF}" destId="{41C625C5-B7C9-479C-A37C-D3F709B43B05}" srcOrd="0" destOrd="0" presId="urn:microsoft.com/office/officeart/2005/8/layout/orgChart1"/>
    <dgm:cxn modelId="{65262882-F43C-48A8-B058-2D64BC2B61FA}" type="presParOf" srcId="{41C625C5-B7C9-479C-A37C-D3F709B43B05}" destId="{400451DC-6F5C-4D4E-BE70-9763E14E5559}" srcOrd="0" destOrd="0" presId="urn:microsoft.com/office/officeart/2005/8/layout/orgChart1"/>
    <dgm:cxn modelId="{F0008EF3-455C-4624-B80E-D313A3ADE25B}" type="presParOf" srcId="{41C625C5-B7C9-479C-A37C-D3F709B43B05}" destId="{350B7C86-2CBF-41E7-B945-5EDCEFE7AF35}" srcOrd="1" destOrd="0" presId="urn:microsoft.com/office/officeart/2005/8/layout/orgChart1"/>
    <dgm:cxn modelId="{8A00E54B-ECFC-4C2E-8127-57C1E6E53D1D}" type="presParOf" srcId="{11D7150E-4C65-4CD3-8A25-974C3ECAB2CF}" destId="{6C4BD801-665A-4E03-A63D-44AD9DC6CB3F}" srcOrd="1" destOrd="0" presId="urn:microsoft.com/office/officeart/2005/8/layout/orgChart1"/>
    <dgm:cxn modelId="{845DCA31-3403-45C4-BC13-40344899101B}" type="presParOf" srcId="{11D7150E-4C65-4CD3-8A25-974C3ECAB2CF}" destId="{3EB83D4C-2225-4E24-A3E0-ECB707EE1C21}" srcOrd="2" destOrd="0" presId="urn:microsoft.com/office/officeart/2005/8/layout/orgChart1"/>
    <dgm:cxn modelId="{BEA2007C-F740-4082-AE51-27E5AC9A519C}" type="presParOf" srcId="{A281375E-463F-4860-9970-1393338A7626}" destId="{0BCCE461-19FC-4DB9-9509-CB3DD94AF021}" srcOrd="2" destOrd="0" presId="urn:microsoft.com/office/officeart/2005/8/layout/orgChart1"/>
    <dgm:cxn modelId="{105BEBF0-1DB4-4F8E-A2BE-07F465A5923A}" type="presParOf" srcId="{A281375E-463F-4860-9970-1393338A7626}" destId="{66F04BE8-9CE8-4DBB-B9D8-67F2285F1D86}" srcOrd="3" destOrd="0" presId="urn:microsoft.com/office/officeart/2005/8/layout/orgChart1"/>
    <dgm:cxn modelId="{36734684-4C99-45CA-BA38-5926C645FED2}" type="presParOf" srcId="{66F04BE8-9CE8-4DBB-B9D8-67F2285F1D86}" destId="{0AC167A6-5BAD-4BD6-8556-012974AACDDF}" srcOrd="0" destOrd="0" presId="urn:microsoft.com/office/officeart/2005/8/layout/orgChart1"/>
    <dgm:cxn modelId="{1E642FF8-3D7E-4136-80A9-A365BB794B53}" type="presParOf" srcId="{0AC167A6-5BAD-4BD6-8556-012974AACDDF}" destId="{F2EE7E3E-CE27-418C-9CB8-0C6C8E076F95}" srcOrd="0" destOrd="0" presId="urn:microsoft.com/office/officeart/2005/8/layout/orgChart1"/>
    <dgm:cxn modelId="{2CE73BF3-28ED-426A-808E-D37B9F42E6DC}" type="presParOf" srcId="{0AC167A6-5BAD-4BD6-8556-012974AACDDF}" destId="{272E7762-554D-4015-B576-040C0352C6CC}" srcOrd="1" destOrd="0" presId="urn:microsoft.com/office/officeart/2005/8/layout/orgChart1"/>
    <dgm:cxn modelId="{32F4C11B-E9F2-4AFC-911B-50AD826CA4E1}" type="presParOf" srcId="{66F04BE8-9CE8-4DBB-B9D8-67F2285F1D86}" destId="{AF069CD9-84B1-4D2C-943A-CCF3EB7F5D7B}" srcOrd="1" destOrd="0" presId="urn:microsoft.com/office/officeart/2005/8/layout/orgChart1"/>
    <dgm:cxn modelId="{DDD9ADA4-4887-4E1B-845E-311F37568924}" type="presParOf" srcId="{66F04BE8-9CE8-4DBB-B9D8-67F2285F1D86}" destId="{D41C3DFD-DF0F-4539-9A72-08F68922D524}" srcOrd="2" destOrd="0" presId="urn:microsoft.com/office/officeart/2005/8/layout/orgChart1"/>
    <dgm:cxn modelId="{54F9F097-A0B9-4410-87E4-A01A1F2C8100}" type="presParOf" srcId="{A281375E-463F-4860-9970-1393338A7626}" destId="{F35AC2ED-3E3A-455E-8146-3FCE5F647090}" srcOrd="4" destOrd="0" presId="urn:microsoft.com/office/officeart/2005/8/layout/orgChart1"/>
    <dgm:cxn modelId="{4120357E-FDCE-4554-9F6C-D3F17D3C6EC7}" type="presParOf" srcId="{A281375E-463F-4860-9970-1393338A7626}" destId="{106CDB9C-1B5B-4D95-8AFE-89DED4B7F400}" srcOrd="5" destOrd="0" presId="urn:microsoft.com/office/officeart/2005/8/layout/orgChart1"/>
    <dgm:cxn modelId="{69CBC639-A191-4FF0-9F40-3FD991F096A5}" type="presParOf" srcId="{106CDB9C-1B5B-4D95-8AFE-89DED4B7F400}" destId="{212516AD-00BD-4FD2-87C6-AAF566F5BBCE}" srcOrd="0" destOrd="0" presId="urn:microsoft.com/office/officeart/2005/8/layout/orgChart1"/>
    <dgm:cxn modelId="{E8A0CD3F-509F-4401-BEA0-DA9E6515CEE0}" type="presParOf" srcId="{212516AD-00BD-4FD2-87C6-AAF566F5BBCE}" destId="{77243091-0130-4EEF-A148-B58CBB2A8E2E}" srcOrd="0" destOrd="0" presId="urn:microsoft.com/office/officeart/2005/8/layout/orgChart1"/>
    <dgm:cxn modelId="{AA87559D-DB0D-4C22-8754-3AB38FB1C4B3}" type="presParOf" srcId="{212516AD-00BD-4FD2-87C6-AAF566F5BBCE}" destId="{49575C5C-F63C-404A-AF34-82F6AC42B4C2}" srcOrd="1" destOrd="0" presId="urn:microsoft.com/office/officeart/2005/8/layout/orgChart1"/>
    <dgm:cxn modelId="{3F975B7D-87F5-4B2C-9EA8-FE406FBDBAD5}" type="presParOf" srcId="{106CDB9C-1B5B-4D95-8AFE-89DED4B7F400}" destId="{443EC922-D7BB-4D9C-92D4-162F5566981A}" srcOrd="1" destOrd="0" presId="urn:microsoft.com/office/officeart/2005/8/layout/orgChart1"/>
    <dgm:cxn modelId="{4BB86FD3-16D3-4267-8DA5-41FF75C6F650}" type="presParOf" srcId="{106CDB9C-1B5B-4D95-8AFE-89DED4B7F400}" destId="{FF50DE3A-12ED-4930-85C0-C8ACB274F140}" srcOrd="2" destOrd="0" presId="urn:microsoft.com/office/officeart/2005/8/layout/orgChart1"/>
    <dgm:cxn modelId="{55328808-23ED-4860-B3C3-A7F45088C939}" type="presParOf" srcId="{A281375E-463F-4860-9970-1393338A7626}" destId="{A62D44E6-B54F-47FB-8C33-EC5FC690F3E4}" srcOrd="6" destOrd="0" presId="urn:microsoft.com/office/officeart/2005/8/layout/orgChart1"/>
    <dgm:cxn modelId="{003EE341-4459-49B5-A8C6-6AAC13E4AF54}" type="presParOf" srcId="{A281375E-463F-4860-9970-1393338A7626}" destId="{AAAE1230-F698-4877-BB90-1593CD7FBF4B}" srcOrd="7" destOrd="0" presId="urn:microsoft.com/office/officeart/2005/8/layout/orgChart1"/>
    <dgm:cxn modelId="{178EC4F7-0BEF-46A9-8E28-FFC48607AC7C}" type="presParOf" srcId="{AAAE1230-F698-4877-BB90-1593CD7FBF4B}" destId="{4FC3F629-3BF7-4418-B961-A8647058D76C}" srcOrd="0" destOrd="0" presId="urn:microsoft.com/office/officeart/2005/8/layout/orgChart1"/>
    <dgm:cxn modelId="{A25A7EA3-02A9-417C-8F1D-AE9C7A8581CA}" type="presParOf" srcId="{4FC3F629-3BF7-4418-B961-A8647058D76C}" destId="{D1D69BEC-71F7-4982-A075-51814AECF45C}" srcOrd="0" destOrd="0" presId="urn:microsoft.com/office/officeart/2005/8/layout/orgChart1"/>
    <dgm:cxn modelId="{D7316DB9-DDE1-4008-B203-2B7F3B6253DF}" type="presParOf" srcId="{4FC3F629-3BF7-4418-B961-A8647058D76C}" destId="{258636F8-0820-4015-A634-BCC6E13483DC}" srcOrd="1" destOrd="0" presId="urn:microsoft.com/office/officeart/2005/8/layout/orgChart1"/>
    <dgm:cxn modelId="{92D963D2-4D03-4EF4-B9E0-81CFC0AD4BA6}" type="presParOf" srcId="{AAAE1230-F698-4877-BB90-1593CD7FBF4B}" destId="{2880E1F0-1158-4C27-8AC7-AA68D226084E}" srcOrd="1" destOrd="0" presId="urn:microsoft.com/office/officeart/2005/8/layout/orgChart1"/>
    <dgm:cxn modelId="{01342606-B1B9-4B58-8241-5D21D858935C}" type="presParOf" srcId="{AAAE1230-F698-4877-BB90-1593CD7FBF4B}" destId="{F375EBB2-B7C3-40F1-90C2-286E37D988DD}" srcOrd="2" destOrd="0" presId="urn:microsoft.com/office/officeart/2005/8/layout/orgChart1"/>
    <dgm:cxn modelId="{805C2CB7-3B5B-40C0-89BC-3413E5BD56B6}" type="presParOf" srcId="{BE88DF57-3C84-474C-95DF-FAB9FC45AE8A}" destId="{EE0AFFC8-A477-4D45-A427-051CF22C75C8}" srcOrd="2" destOrd="0" presId="urn:microsoft.com/office/officeart/2005/8/layout/orgChart1"/>
    <dgm:cxn modelId="{6151B40C-DD74-40C1-9218-E6782041F078}" type="presParOf" srcId="{D8378301-A697-4014-9397-3C38FFFDDAA5}" destId="{ED26B170-804C-4EFA-B860-1AC5C1C2DB10}" srcOrd="6" destOrd="0" presId="urn:microsoft.com/office/officeart/2005/8/layout/orgChart1"/>
    <dgm:cxn modelId="{29C46502-4D57-4930-AEEF-1E78C48E1964}" type="presParOf" srcId="{D8378301-A697-4014-9397-3C38FFFDDAA5}" destId="{8A0A543D-6F31-4D48-8AF6-411EDEC73BB0}" srcOrd="7" destOrd="0" presId="urn:microsoft.com/office/officeart/2005/8/layout/orgChart1"/>
    <dgm:cxn modelId="{7474B7FF-FD3B-4645-8E7B-AA12CFD8D88D}" type="presParOf" srcId="{8A0A543D-6F31-4D48-8AF6-411EDEC73BB0}" destId="{0AA2C8E8-0913-48C3-A6C0-D044E1BA47FA}" srcOrd="0" destOrd="0" presId="urn:microsoft.com/office/officeart/2005/8/layout/orgChart1"/>
    <dgm:cxn modelId="{57C5E619-045C-4FF4-BF0F-489B3D1C6292}" type="presParOf" srcId="{0AA2C8E8-0913-48C3-A6C0-D044E1BA47FA}" destId="{7222942F-48CD-4B20-A66B-504F9496697F}" srcOrd="0" destOrd="0" presId="urn:microsoft.com/office/officeart/2005/8/layout/orgChart1"/>
    <dgm:cxn modelId="{98E4D03C-017A-4C7F-9DDA-C252A54D1739}" type="presParOf" srcId="{0AA2C8E8-0913-48C3-A6C0-D044E1BA47FA}" destId="{A3BE810F-575F-4776-B0A4-7CE889BE9091}" srcOrd="1" destOrd="0" presId="urn:microsoft.com/office/officeart/2005/8/layout/orgChart1"/>
    <dgm:cxn modelId="{4EE4CB61-20D5-4548-AC0E-25D2EAFF3F46}" type="presParOf" srcId="{8A0A543D-6F31-4D48-8AF6-411EDEC73BB0}" destId="{050327F5-43C6-44C1-9582-8C64F9A5EC80}" srcOrd="1" destOrd="0" presId="urn:microsoft.com/office/officeart/2005/8/layout/orgChart1"/>
    <dgm:cxn modelId="{A48C2A1B-1CAE-4E67-87A9-D78238E65AE6}" type="presParOf" srcId="{050327F5-43C6-44C1-9582-8C64F9A5EC80}" destId="{10DBF90B-A5AE-40D4-9EC0-D0035D6FD8E0}" srcOrd="0" destOrd="0" presId="urn:microsoft.com/office/officeart/2005/8/layout/orgChart1"/>
    <dgm:cxn modelId="{8D7942C2-C1D9-422A-A419-A6C15F3449BE}" type="presParOf" srcId="{050327F5-43C6-44C1-9582-8C64F9A5EC80}" destId="{CB971CBC-C6E8-461A-AE00-ADE2F9C4A494}" srcOrd="1" destOrd="0" presId="urn:microsoft.com/office/officeart/2005/8/layout/orgChart1"/>
    <dgm:cxn modelId="{2ECE3706-F995-456E-8562-BC6467CB5435}" type="presParOf" srcId="{CB971CBC-C6E8-461A-AE00-ADE2F9C4A494}" destId="{346DD808-CFC3-43B2-842B-E6E1FE647BF1}" srcOrd="0" destOrd="0" presId="urn:microsoft.com/office/officeart/2005/8/layout/orgChart1"/>
    <dgm:cxn modelId="{E71CCEA1-897F-4F67-A67E-E0C83DC38395}" type="presParOf" srcId="{346DD808-CFC3-43B2-842B-E6E1FE647BF1}" destId="{54152D92-2203-4C8F-97DE-C9BAE3B31D9E}" srcOrd="0" destOrd="0" presId="urn:microsoft.com/office/officeart/2005/8/layout/orgChart1"/>
    <dgm:cxn modelId="{9C4CB0DB-A14C-47DC-8B06-C3EE8DE83E67}" type="presParOf" srcId="{346DD808-CFC3-43B2-842B-E6E1FE647BF1}" destId="{B4643E10-10C4-47E1-80CC-857DF32A8D2E}" srcOrd="1" destOrd="0" presId="urn:microsoft.com/office/officeart/2005/8/layout/orgChart1"/>
    <dgm:cxn modelId="{977F5410-4F4F-4826-B985-D2CCD9DA7834}" type="presParOf" srcId="{CB971CBC-C6E8-461A-AE00-ADE2F9C4A494}" destId="{89957994-EF7E-4BAD-99E2-5E3DC416F713}" srcOrd="1" destOrd="0" presId="urn:microsoft.com/office/officeart/2005/8/layout/orgChart1"/>
    <dgm:cxn modelId="{8F16ABC4-9D3D-4D6E-ACCC-5EC2BA2D4343}" type="presParOf" srcId="{CB971CBC-C6E8-461A-AE00-ADE2F9C4A494}" destId="{D265577F-1A46-4008-8880-AC4513E89F8A}" srcOrd="2" destOrd="0" presId="urn:microsoft.com/office/officeart/2005/8/layout/orgChart1"/>
    <dgm:cxn modelId="{A14A17F2-0D8E-4A9F-AF6D-84B0F90D9BE7}" type="presParOf" srcId="{050327F5-43C6-44C1-9582-8C64F9A5EC80}" destId="{930B4B01-7720-4903-BF8D-8E497ECFC300}" srcOrd="2" destOrd="0" presId="urn:microsoft.com/office/officeart/2005/8/layout/orgChart1"/>
    <dgm:cxn modelId="{7C93DC4D-7606-4426-B280-12714D244AC8}" type="presParOf" srcId="{050327F5-43C6-44C1-9582-8C64F9A5EC80}" destId="{13D72A47-3142-4346-B03D-776392E6BE27}" srcOrd="3" destOrd="0" presId="urn:microsoft.com/office/officeart/2005/8/layout/orgChart1"/>
    <dgm:cxn modelId="{6D62BC3E-58F7-4581-9576-A681D6206980}" type="presParOf" srcId="{13D72A47-3142-4346-B03D-776392E6BE27}" destId="{F7D57956-2803-44D1-88AC-F075A69661D8}" srcOrd="0" destOrd="0" presId="urn:microsoft.com/office/officeart/2005/8/layout/orgChart1"/>
    <dgm:cxn modelId="{4E25EB41-FBB2-428E-A5E3-E8B7C6E4B0ED}" type="presParOf" srcId="{F7D57956-2803-44D1-88AC-F075A69661D8}" destId="{ADF70087-2BD0-49BF-8219-2B09CBE30061}" srcOrd="0" destOrd="0" presId="urn:microsoft.com/office/officeart/2005/8/layout/orgChart1"/>
    <dgm:cxn modelId="{609708E6-3F63-401F-95DD-B2975D50A819}" type="presParOf" srcId="{F7D57956-2803-44D1-88AC-F075A69661D8}" destId="{6C6F18D1-2CDF-41B3-A532-6F3AF6411188}" srcOrd="1" destOrd="0" presId="urn:microsoft.com/office/officeart/2005/8/layout/orgChart1"/>
    <dgm:cxn modelId="{042815E5-3204-4BEA-A44F-6BBDB29A6896}" type="presParOf" srcId="{13D72A47-3142-4346-B03D-776392E6BE27}" destId="{335A4201-5D06-4928-8090-F11E77ABF264}" srcOrd="1" destOrd="0" presId="urn:microsoft.com/office/officeart/2005/8/layout/orgChart1"/>
    <dgm:cxn modelId="{B296DC18-6252-4D57-81DB-E34BBC10EB5C}" type="presParOf" srcId="{13D72A47-3142-4346-B03D-776392E6BE27}" destId="{8ED04BF7-A0DE-4D03-B6F1-D006B787A92F}" srcOrd="2" destOrd="0" presId="urn:microsoft.com/office/officeart/2005/8/layout/orgChart1"/>
    <dgm:cxn modelId="{69FF2071-DCF6-4C38-B8E5-0BAAD150EBA5}" type="presParOf" srcId="{050327F5-43C6-44C1-9582-8C64F9A5EC80}" destId="{E83D3DFC-5000-47F0-81DE-9FB81BFAAAA4}" srcOrd="4" destOrd="0" presId="urn:microsoft.com/office/officeart/2005/8/layout/orgChart1"/>
    <dgm:cxn modelId="{467456AB-78B4-4A77-AA8C-EA508E3D2A0B}" type="presParOf" srcId="{050327F5-43C6-44C1-9582-8C64F9A5EC80}" destId="{1869F5D0-2485-43D6-9548-A90CF7505ACB}" srcOrd="5" destOrd="0" presId="urn:microsoft.com/office/officeart/2005/8/layout/orgChart1"/>
    <dgm:cxn modelId="{75B0884B-39C6-4DB7-A6D8-AE9AB73473F0}" type="presParOf" srcId="{1869F5D0-2485-43D6-9548-A90CF7505ACB}" destId="{C8A3A01F-A4CC-4D58-95F6-7557B082DF52}" srcOrd="0" destOrd="0" presId="urn:microsoft.com/office/officeart/2005/8/layout/orgChart1"/>
    <dgm:cxn modelId="{475EB91A-F1B4-4ADD-A0CE-D4ED29B91A6E}" type="presParOf" srcId="{C8A3A01F-A4CC-4D58-95F6-7557B082DF52}" destId="{B61813F6-F06C-4CDE-A663-7A724606E264}" srcOrd="0" destOrd="0" presId="urn:microsoft.com/office/officeart/2005/8/layout/orgChart1"/>
    <dgm:cxn modelId="{87CF4FB4-C12E-4073-89D5-92846BD9DD8C}" type="presParOf" srcId="{C8A3A01F-A4CC-4D58-95F6-7557B082DF52}" destId="{53D008A8-5577-473E-9C8D-F4974D0672AF}" srcOrd="1" destOrd="0" presId="urn:microsoft.com/office/officeart/2005/8/layout/orgChart1"/>
    <dgm:cxn modelId="{CDCA84E5-A347-4181-BFFE-3D12425EB530}" type="presParOf" srcId="{1869F5D0-2485-43D6-9548-A90CF7505ACB}" destId="{78A39C74-7956-4B3E-913A-0C36056EDCD5}" srcOrd="1" destOrd="0" presId="urn:microsoft.com/office/officeart/2005/8/layout/orgChart1"/>
    <dgm:cxn modelId="{1B43768F-386B-4736-ABFB-B30EAC759E8D}" type="presParOf" srcId="{1869F5D0-2485-43D6-9548-A90CF7505ACB}" destId="{B169D63C-4B05-4FB0-BD0F-A67291DFB118}" srcOrd="2" destOrd="0" presId="urn:microsoft.com/office/officeart/2005/8/layout/orgChart1"/>
    <dgm:cxn modelId="{9CECF669-9729-4062-BF5B-84DF2B1AD070}" type="presParOf" srcId="{050327F5-43C6-44C1-9582-8C64F9A5EC80}" destId="{E9877344-E946-4F29-9489-AEE744D7949F}" srcOrd="6" destOrd="0" presId="urn:microsoft.com/office/officeart/2005/8/layout/orgChart1"/>
    <dgm:cxn modelId="{43C1683C-43AE-4C82-AFF4-E1679C1A59AD}" type="presParOf" srcId="{050327F5-43C6-44C1-9582-8C64F9A5EC80}" destId="{FB5FDB74-7F5D-4711-8347-9745098E309E}" srcOrd="7" destOrd="0" presId="urn:microsoft.com/office/officeart/2005/8/layout/orgChart1"/>
    <dgm:cxn modelId="{6B707F1B-4523-43E1-AED8-D870D39D1FC2}" type="presParOf" srcId="{FB5FDB74-7F5D-4711-8347-9745098E309E}" destId="{01C106E3-CD2C-48C2-B112-399F67B10326}" srcOrd="0" destOrd="0" presId="urn:microsoft.com/office/officeart/2005/8/layout/orgChart1"/>
    <dgm:cxn modelId="{2F93A198-1EFC-4313-9A51-6D84A67E8BE9}" type="presParOf" srcId="{01C106E3-CD2C-48C2-B112-399F67B10326}" destId="{0D128357-FC7C-4922-860B-AEBD600AD521}" srcOrd="0" destOrd="0" presId="urn:microsoft.com/office/officeart/2005/8/layout/orgChart1"/>
    <dgm:cxn modelId="{2D30172E-DAD1-44C9-A20A-B52307659E42}" type="presParOf" srcId="{01C106E3-CD2C-48C2-B112-399F67B10326}" destId="{F0CD9DAF-FA63-47F2-9C94-89F9D225ABFA}" srcOrd="1" destOrd="0" presId="urn:microsoft.com/office/officeart/2005/8/layout/orgChart1"/>
    <dgm:cxn modelId="{03FE14BC-5736-4112-A06A-7921BA511331}" type="presParOf" srcId="{FB5FDB74-7F5D-4711-8347-9745098E309E}" destId="{2048F1F1-5563-4392-9392-339BDB6A4A2E}" srcOrd="1" destOrd="0" presId="urn:microsoft.com/office/officeart/2005/8/layout/orgChart1"/>
    <dgm:cxn modelId="{83FA501E-B193-4B42-B002-393967678495}" type="presParOf" srcId="{FB5FDB74-7F5D-4711-8347-9745098E309E}" destId="{3B824071-2541-42BE-B9AC-48881B2D2FAA}" srcOrd="2" destOrd="0" presId="urn:microsoft.com/office/officeart/2005/8/layout/orgChart1"/>
    <dgm:cxn modelId="{9CA6E736-B475-45A1-960D-17DCBDDC24E7}" type="presParOf" srcId="{8A0A543D-6F31-4D48-8AF6-411EDEC73BB0}" destId="{98A4E0BF-83FF-417D-8744-3E7CD4C5D7D3}" srcOrd="2" destOrd="0" presId="urn:microsoft.com/office/officeart/2005/8/layout/orgChart1"/>
    <dgm:cxn modelId="{112C3A12-4FBC-49E5-99F8-D58779732395}" type="presParOf" srcId="{DFDED937-63B9-494F-BA54-B9C91593A736}" destId="{600098B8-734F-4B11-9250-6EA173EE2E0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77344-E946-4F29-9489-AEE744D7949F}">
      <dsp:nvSpPr>
        <dsp:cNvPr id="0" name=""/>
        <dsp:cNvSpPr/>
      </dsp:nvSpPr>
      <dsp:spPr>
        <a:xfrm>
          <a:off x="7709696" y="1322891"/>
          <a:ext cx="163826" cy="28287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8739"/>
              </a:lnTo>
              <a:lnTo>
                <a:pt x="163826" y="282873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3D3DFC-5000-47F0-81DE-9FB81BFAAAA4}">
      <dsp:nvSpPr>
        <dsp:cNvPr id="0" name=""/>
        <dsp:cNvSpPr/>
      </dsp:nvSpPr>
      <dsp:spPr>
        <a:xfrm>
          <a:off x="7709696" y="1322891"/>
          <a:ext cx="163826" cy="20532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3293"/>
              </a:lnTo>
              <a:lnTo>
                <a:pt x="163826" y="205329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0B4B01-7720-4903-BF8D-8E497ECFC300}">
      <dsp:nvSpPr>
        <dsp:cNvPr id="0" name=""/>
        <dsp:cNvSpPr/>
      </dsp:nvSpPr>
      <dsp:spPr>
        <a:xfrm>
          <a:off x="7709696" y="1322891"/>
          <a:ext cx="163826" cy="12778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7847"/>
              </a:lnTo>
              <a:lnTo>
                <a:pt x="163826" y="127784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DBF90B-A5AE-40D4-9EC0-D0035D6FD8E0}">
      <dsp:nvSpPr>
        <dsp:cNvPr id="0" name=""/>
        <dsp:cNvSpPr/>
      </dsp:nvSpPr>
      <dsp:spPr>
        <a:xfrm>
          <a:off x="7709696" y="1322891"/>
          <a:ext cx="163826" cy="5024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2401"/>
              </a:lnTo>
              <a:lnTo>
                <a:pt x="163826" y="50240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26B170-804C-4EFA-B860-1AC5C1C2DB10}">
      <dsp:nvSpPr>
        <dsp:cNvPr id="0" name=""/>
        <dsp:cNvSpPr/>
      </dsp:nvSpPr>
      <dsp:spPr>
        <a:xfrm>
          <a:off x="6164265" y="547445"/>
          <a:ext cx="1982302" cy="2293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678"/>
              </a:lnTo>
              <a:lnTo>
                <a:pt x="1982302" y="114678"/>
              </a:lnTo>
              <a:lnTo>
                <a:pt x="1982302" y="22935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2D44E6-B54F-47FB-8C33-EC5FC690F3E4}">
      <dsp:nvSpPr>
        <dsp:cNvPr id="0" name=""/>
        <dsp:cNvSpPr/>
      </dsp:nvSpPr>
      <dsp:spPr>
        <a:xfrm>
          <a:off x="6388161" y="1322891"/>
          <a:ext cx="163826" cy="28287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8739"/>
              </a:lnTo>
              <a:lnTo>
                <a:pt x="163826" y="282873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5AC2ED-3E3A-455E-8146-3FCE5F647090}">
      <dsp:nvSpPr>
        <dsp:cNvPr id="0" name=""/>
        <dsp:cNvSpPr/>
      </dsp:nvSpPr>
      <dsp:spPr>
        <a:xfrm>
          <a:off x="6388161" y="1322891"/>
          <a:ext cx="163826" cy="20532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3293"/>
              </a:lnTo>
              <a:lnTo>
                <a:pt x="163826" y="205329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CCE461-19FC-4DB9-9509-CB3DD94AF021}">
      <dsp:nvSpPr>
        <dsp:cNvPr id="0" name=""/>
        <dsp:cNvSpPr/>
      </dsp:nvSpPr>
      <dsp:spPr>
        <a:xfrm>
          <a:off x="6388161" y="1322891"/>
          <a:ext cx="163826" cy="12778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7847"/>
              </a:lnTo>
              <a:lnTo>
                <a:pt x="163826" y="127784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7396D9-27FE-4861-A7A7-46F0E9FFF195}">
      <dsp:nvSpPr>
        <dsp:cNvPr id="0" name=""/>
        <dsp:cNvSpPr/>
      </dsp:nvSpPr>
      <dsp:spPr>
        <a:xfrm>
          <a:off x="6388161" y="1322891"/>
          <a:ext cx="163826" cy="5024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2401"/>
              </a:lnTo>
              <a:lnTo>
                <a:pt x="163826" y="50240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6CB70D-0AAA-4959-A977-59C974E61B94}">
      <dsp:nvSpPr>
        <dsp:cNvPr id="0" name=""/>
        <dsp:cNvSpPr/>
      </dsp:nvSpPr>
      <dsp:spPr>
        <a:xfrm>
          <a:off x="6164265" y="547445"/>
          <a:ext cx="660767" cy="2293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678"/>
              </a:lnTo>
              <a:lnTo>
                <a:pt x="660767" y="114678"/>
              </a:lnTo>
              <a:lnTo>
                <a:pt x="660767" y="229357"/>
              </a:lnTo>
            </a:path>
          </a:pathLst>
        </a:custGeom>
        <a:noFill/>
        <a:ln w="15875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595F33-0DE7-4CC9-9C5B-2CD02494772E}">
      <dsp:nvSpPr>
        <dsp:cNvPr id="0" name=""/>
        <dsp:cNvSpPr/>
      </dsp:nvSpPr>
      <dsp:spPr>
        <a:xfrm>
          <a:off x="5066626" y="1322891"/>
          <a:ext cx="163826" cy="20532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3293"/>
              </a:lnTo>
              <a:lnTo>
                <a:pt x="163826" y="205329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F2F119-8EDE-45F8-9442-081C114A9FBD}">
      <dsp:nvSpPr>
        <dsp:cNvPr id="0" name=""/>
        <dsp:cNvSpPr/>
      </dsp:nvSpPr>
      <dsp:spPr>
        <a:xfrm>
          <a:off x="5066626" y="1322891"/>
          <a:ext cx="163826" cy="12778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7847"/>
              </a:lnTo>
              <a:lnTo>
                <a:pt x="163826" y="127784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51DE91-D311-474C-BBDD-8DD649CED796}">
      <dsp:nvSpPr>
        <dsp:cNvPr id="0" name=""/>
        <dsp:cNvSpPr/>
      </dsp:nvSpPr>
      <dsp:spPr>
        <a:xfrm>
          <a:off x="5066626" y="1322891"/>
          <a:ext cx="163826" cy="5024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2401"/>
              </a:lnTo>
              <a:lnTo>
                <a:pt x="163826" y="50240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C94E73-0713-498C-97D9-4FB09B902C6B}">
      <dsp:nvSpPr>
        <dsp:cNvPr id="0" name=""/>
        <dsp:cNvSpPr/>
      </dsp:nvSpPr>
      <dsp:spPr>
        <a:xfrm>
          <a:off x="5503497" y="547445"/>
          <a:ext cx="660767" cy="229357"/>
        </a:xfrm>
        <a:custGeom>
          <a:avLst/>
          <a:gdLst/>
          <a:ahLst/>
          <a:cxnLst/>
          <a:rect l="0" t="0" r="0" b="0"/>
          <a:pathLst>
            <a:path>
              <a:moveTo>
                <a:pt x="660767" y="0"/>
              </a:moveTo>
              <a:lnTo>
                <a:pt x="660767" y="114678"/>
              </a:lnTo>
              <a:lnTo>
                <a:pt x="0" y="114678"/>
              </a:lnTo>
              <a:lnTo>
                <a:pt x="0" y="22935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A92694-6F34-4323-BEB7-FB65A555AA47}">
      <dsp:nvSpPr>
        <dsp:cNvPr id="0" name=""/>
        <dsp:cNvSpPr/>
      </dsp:nvSpPr>
      <dsp:spPr>
        <a:xfrm>
          <a:off x="3745092" y="2098337"/>
          <a:ext cx="163826" cy="36041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04185"/>
              </a:lnTo>
              <a:lnTo>
                <a:pt x="163826" y="3604185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035E21-F480-427F-B476-B8639FA3ABB0}">
      <dsp:nvSpPr>
        <dsp:cNvPr id="0" name=""/>
        <dsp:cNvSpPr/>
      </dsp:nvSpPr>
      <dsp:spPr>
        <a:xfrm>
          <a:off x="3745092" y="2098337"/>
          <a:ext cx="163826" cy="28287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8739"/>
              </a:lnTo>
              <a:lnTo>
                <a:pt x="163826" y="282873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B66238-3C30-43B2-A668-741699831424}">
      <dsp:nvSpPr>
        <dsp:cNvPr id="0" name=""/>
        <dsp:cNvSpPr/>
      </dsp:nvSpPr>
      <dsp:spPr>
        <a:xfrm>
          <a:off x="3745092" y="2098337"/>
          <a:ext cx="163826" cy="20532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3293"/>
              </a:lnTo>
              <a:lnTo>
                <a:pt x="163826" y="205329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A520FD-9CBA-4D91-B0C0-B98563B23614}">
      <dsp:nvSpPr>
        <dsp:cNvPr id="0" name=""/>
        <dsp:cNvSpPr/>
      </dsp:nvSpPr>
      <dsp:spPr>
        <a:xfrm>
          <a:off x="3745092" y="2098337"/>
          <a:ext cx="163826" cy="12778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7847"/>
              </a:lnTo>
              <a:lnTo>
                <a:pt x="163826" y="127784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128632-8B33-4A9B-A3B7-919CF91CBEE1}">
      <dsp:nvSpPr>
        <dsp:cNvPr id="0" name=""/>
        <dsp:cNvSpPr/>
      </dsp:nvSpPr>
      <dsp:spPr>
        <a:xfrm>
          <a:off x="3745092" y="2098337"/>
          <a:ext cx="163826" cy="5024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2401"/>
              </a:lnTo>
              <a:lnTo>
                <a:pt x="163826" y="50240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F61837-CE7C-499E-B18B-E22F39C04E68}">
      <dsp:nvSpPr>
        <dsp:cNvPr id="0" name=""/>
        <dsp:cNvSpPr/>
      </dsp:nvSpPr>
      <dsp:spPr>
        <a:xfrm>
          <a:off x="4136243" y="1322891"/>
          <a:ext cx="91440" cy="22935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935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027E34-2A4C-489A-87FC-865F25D066EE}">
      <dsp:nvSpPr>
        <dsp:cNvPr id="0" name=""/>
        <dsp:cNvSpPr/>
      </dsp:nvSpPr>
      <dsp:spPr>
        <a:xfrm>
          <a:off x="4181963" y="547445"/>
          <a:ext cx="1982302" cy="229357"/>
        </a:xfrm>
        <a:custGeom>
          <a:avLst/>
          <a:gdLst/>
          <a:ahLst/>
          <a:cxnLst/>
          <a:rect l="0" t="0" r="0" b="0"/>
          <a:pathLst>
            <a:path>
              <a:moveTo>
                <a:pt x="1982302" y="0"/>
              </a:moveTo>
              <a:lnTo>
                <a:pt x="1982302" y="114678"/>
              </a:lnTo>
              <a:lnTo>
                <a:pt x="0" y="114678"/>
              </a:lnTo>
              <a:lnTo>
                <a:pt x="0" y="22935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27CD57-92BD-4B09-9256-9E91460B7F05}">
      <dsp:nvSpPr>
        <dsp:cNvPr id="0" name=""/>
        <dsp:cNvSpPr/>
      </dsp:nvSpPr>
      <dsp:spPr>
        <a:xfrm>
          <a:off x="5618176" y="1356"/>
          <a:ext cx="1092177" cy="546088"/>
        </a:xfrm>
        <a:prstGeom prst="rect">
          <a:avLst/>
        </a:prstGeom>
        <a:solidFill>
          <a:srgbClr val="FFC000"/>
        </a:solidFill>
        <a:ln w="285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乒乓球</a:t>
          </a:r>
        </a:p>
      </dsp:txBody>
      <dsp:txXfrm>
        <a:off x="5618176" y="1356"/>
        <a:ext cx="1092177" cy="546088"/>
      </dsp:txXfrm>
    </dsp:sp>
    <dsp:sp modelId="{A7510101-58F9-4EFC-B6FD-851A249D7271}">
      <dsp:nvSpPr>
        <dsp:cNvPr id="0" name=""/>
        <dsp:cNvSpPr/>
      </dsp:nvSpPr>
      <dsp:spPr>
        <a:xfrm>
          <a:off x="3635874" y="776803"/>
          <a:ext cx="1092177" cy="546088"/>
        </a:xfrm>
        <a:prstGeom prst="rect">
          <a:avLst/>
        </a:prstGeom>
        <a:solidFill>
          <a:srgbClr val="E48312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+mn-cs"/>
            </a:rPr>
            <a:t>參數</a:t>
          </a:r>
        </a:p>
      </dsp:txBody>
      <dsp:txXfrm>
        <a:off x="3635874" y="776803"/>
        <a:ext cx="1092177" cy="546088"/>
      </dsp:txXfrm>
    </dsp:sp>
    <dsp:sp modelId="{0B6A9FDE-DA2C-49B1-B5A5-7E4BFB96BFA7}">
      <dsp:nvSpPr>
        <dsp:cNvPr id="0" name=""/>
        <dsp:cNvSpPr/>
      </dsp:nvSpPr>
      <dsp:spPr>
        <a:xfrm>
          <a:off x="3635874" y="1552249"/>
          <a:ext cx="1092177" cy="546088"/>
        </a:xfrm>
        <a:prstGeom prst="rect">
          <a:avLst/>
        </a:prstGeom>
        <a:solidFill>
          <a:srgbClr val="E48312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+mn-cs"/>
            </a:rPr>
            <a:t>場景資訊</a:t>
          </a:r>
        </a:p>
      </dsp:txBody>
      <dsp:txXfrm>
        <a:off x="3635874" y="1552249"/>
        <a:ext cx="1092177" cy="546088"/>
      </dsp:txXfrm>
    </dsp:sp>
    <dsp:sp modelId="{F5AA20DB-D543-4EC1-976A-215B75057042}">
      <dsp:nvSpPr>
        <dsp:cNvPr id="0" name=""/>
        <dsp:cNvSpPr/>
      </dsp:nvSpPr>
      <dsp:spPr>
        <a:xfrm>
          <a:off x="3908918" y="2327695"/>
          <a:ext cx="1092177" cy="5460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邊界</a:t>
          </a:r>
        </a:p>
      </dsp:txBody>
      <dsp:txXfrm>
        <a:off x="3935576" y="2354353"/>
        <a:ext cx="1038861" cy="492772"/>
      </dsp:txXfrm>
    </dsp:sp>
    <dsp:sp modelId="{1DB626DB-48E3-49BD-B318-BFEA2DA587F9}">
      <dsp:nvSpPr>
        <dsp:cNvPr id="0" name=""/>
        <dsp:cNvSpPr/>
      </dsp:nvSpPr>
      <dsp:spPr>
        <a:xfrm>
          <a:off x="3908918" y="3103141"/>
          <a:ext cx="1092177" cy="5460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球座標</a:t>
          </a:r>
        </a:p>
      </dsp:txBody>
      <dsp:txXfrm>
        <a:off x="3935576" y="3129799"/>
        <a:ext cx="1038861" cy="492772"/>
      </dsp:txXfrm>
    </dsp:sp>
    <dsp:sp modelId="{56177DFC-9DC4-4ECD-88DD-7820E27553A7}">
      <dsp:nvSpPr>
        <dsp:cNvPr id="0" name=""/>
        <dsp:cNvSpPr/>
      </dsp:nvSpPr>
      <dsp:spPr>
        <a:xfrm>
          <a:off x="3908918" y="3878587"/>
          <a:ext cx="1092177" cy="5460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球速</a:t>
          </a:r>
        </a:p>
      </dsp:txBody>
      <dsp:txXfrm>
        <a:off x="3935576" y="3905245"/>
        <a:ext cx="1038861" cy="492772"/>
      </dsp:txXfrm>
    </dsp:sp>
    <dsp:sp modelId="{9F9616A0-35CE-4166-BC94-6A628A465E70}">
      <dsp:nvSpPr>
        <dsp:cNvPr id="0" name=""/>
        <dsp:cNvSpPr/>
      </dsp:nvSpPr>
      <dsp:spPr>
        <a:xfrm>
          <a:off x="3908918" y="4654033"/>
          <a:ext cx="1092177" cy="5460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板子座標</a:t>
          </a:r>
        </a:p>
      </dsp:txBody>
      <dsp:txXfrm>
        <a:off x="3935576" y="4680691"/>
        <a:ext cx="1038861" cy="492772"/>
      </dsp:txXfrm>
    </dsp:sp>
    <dsp:sp modelId="{733DA175-9356-4169-8F99-49DDDD5DDD4C}">
      <dsp:nvSpPr>
        <dsp:cNvPr id="0" name=""/>
        <dsp:cNvSpPr/>
      </dsp:nvSpPr>
      <dsp:spPr>
        <a:xfrm>
          <a:off x="3908918" y="5429479"/>
          <a:ext cx="1092177" cy="5460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障礙物座標</a:t>
          </a:r>
        </a:p>
      </dsp:txBody>
      <dsp:txXfrm>
        <a:off x="3935576" y="5456137"/>
        <a:ext cx="1038861" cy="492772"/>
      </dsp:txXfrm>
    </dsp:sp>
    <dsp:sp modelId="{955AF492-4A14-45A2-AB45-C4D4E6B5D194}">
      <dsp:nvSpPr>
        <dsp:cNvPr id="0" name=""/>
        <dsp:cNvSpPr/>
      </dsp:nvSpPr>
      <dsp:spPr>
        <a:xfrm>
          <a:off x="4957409" y="776803"/>
          <a:ext cx="1092177" cy="546088"/>
        </a:xfrm>
        <a:prstGeom prst="rect">
          <a:avLst/>
        </a:prstGeom>
        <a:solidFill>
          <a:srgbClr val="E48312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+mn-cs"/>
            </a:rPr>
            <a:t>樣本蒐集</a:t>
          </a:r>
        </a:p>
      </dsp:txBody>
      <dsp:txXfrm>
        <a:off x="4957409" y="776803"/>
        <a:ext cx="1092177" cy="546088"/>
      </dsp:txXfrm>
    </dsp:sp>
    <dsp:sp modelId="{280A689F-17C8-4380-A1D1-EB51D0103DDD}">
      <dsp:nvSpPr>
        <dsp:cNvPr id="0" name=""/>
        <dsp:cNvSpPr/>
      </dsp:nvSpPr>
      <dsp:spPr>
        <a:xfrm>
          <a:off x="5230453" y="1552249"/>
          <a:ext cx="1092177" cy="5460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球座標</a:t>
          </a:r>
        </a:p>
      </dsp:txBody>
      <dsp:txXfrm>
        <a:off x="5257111" y="1578907"/>
        <a:ext cx="1038861" cy="492772"/>
      </dsp:txXfrm>
    </dsp:sp>
    <dsp:sp modelId="{2B89486C-5120-441C-8B93-B110408DC631}">
      <dsp:nvSpPr>
        <dsp:cNvPr id="0" name=""/>
        <dsp:cNvSpPr/>
      </dsp:nvSpPr>
      <dsp:spPr>
        <a:xfrm>
          <a:off x="5230453" y="2327695"/>
          <a:ext cx="1092177" cy="5460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球向量</a:t>
          </a:r>
        </a:p>
      </dsp:txBody>
      <dsp:txXfrm>
        <a:off x="5257111" y="2354353"/>
        <a:ext cx="1038861" cy="492772"/>
      </dsp:txXfrm>
    </dsp:sp>
    <dsp:sp modelId="{F6CB4999-8BB2-43DD-9C36-7E753BC64853}">
      <dsp:nvSpPr>
        <dsp:cNvPr id="0" name=""/>
        <dsp:cNvSpPr/>
      </dsp:nvSpPr>
      <dsp:spPr>
        <a:xfrm>
          <a:off x="5230453" y="3103141"/>
          <a:ext cx="1092177" cy="5460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計算的落點</a:t>
          </a:r>
        </a:p>
      </dsp:txBody>
      <dsp:txXfrm>
        <a:off x="5257111" y="3129799"/>
        <a:ext cx="1038861" cy="492772"/>
      </dsp:txXfrm>
    </dsp:sp>
    <dsp:sp modelId="{A65B4F29-07A5-4988-8AAB-88785237BFF1}">
      <dsp:nvSpPr>
        <dsp:cNvPr id="0" name=""/>
        <dsp:cNvSpPr/>
      </dsp:nvSpPr>
      <dsp:spPr>
        <a:xfrm>
          <a:off x="6278943" y="776803"/>
          <a:ext cx="1092177" cy="546088"/>
        </a:xfrm>
        <a:prstGeom prst="rect">
          <a:avLst/>
        </a:prstGeom>
        <a:solidFill>
          <a:srgbClr val="00B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KNN</a:t>
          </a:r>
          <a:endParaRPr lang="zh-TW" altLang="en-US" sz="1600" kern="1200" baseline="0" dirty="0">
            <a:solidFill>
              <a:sysClr val="windowText" lastClr="000000"/>
            </a:solidFill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6278943" y="776803"/>
        <a:ext cx="1092177" cy="546088"/>
      </dsp:txXfrm>
    </dsp:sp>
    <dsp:sp modelId="{400451DC-6F5C-4D4E-BE70-9763E14E5559}">
      <dsp:nvSpPr>
        <dsp:cNvPr id="0" name=""/>
        <dsp:cNvSpPr/>
      </dsp:nvSpPr>
      <dsp:spPr>
        <a:xfrm>
          <a:off x="6551988" y="1552249"/>
          <a:ext cx="1092177" cy="546088"/>
        </a:xfrm>
        <a:prstGeom prst="rect">
          <a:avLst/>
        </a:prstGeom>
        <a:solidFill>
          <a:srgbClr val="00B0F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模型載入</a:t>
          </a:r>
        </a:p>
      </dsp:txBody>
      <dsp:txXfrm>
        <a:off x="6551988" y="1552249"/>
        <a:ext cx="1092177" cy="546088"/>
      </dsp:txXfrm>
    </dsp:sp>
    <dsp:sp modelId="{F2EE7E3E-CE27-418C-9CB8-0C6C8E076F95}">
      <dsp:nvSpPr>
        <dsp:cNvPr id="0" name=""/>
        <dsp:cNvSpPr/>
      </dsp:nvSpPr>
      <dsp:spPr>
        <a:xfrm>
          <a:off x="6551988" y="2327695"/>
          <a:ext cx="1092177" cy="546088"/>
        </a:xfrm>
        <a:prstGeom prst="rect">
          <a:avLst/>
        </a:prstGeom>
        <a:solidFill>
          <a:srgbClr val="00B0F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模型訓練</a:t>
          </a:r>
        </a:p>
      </dsp:txBody>
      <dsp:txXfrm>
        <a:off x="6551988" y="2327695"/>
        <a:ext cx="1092177" cy="546088"/>
      </dsp:txXfrm>
    </dsp:sp>
    <dsp:sp modelId="{77243091-0130-4EEF-A148-B58CBB2A8E2E}">
      <dsp:nvSpPr>
        <dsp:cNvPr id="0" name=""/>
        <dsp:cNvSpPr/>
      </dsp:nvSpPr>
      <dsp:spPr>
        <a:xfrm>
          <a:off x="6551988" y="3103141"/>
          <a:ext cx="1092177" cy="546088"/>
        </a:xfrm>
        <a:prstGeom prst="rect">
          <a:avLst/>
        </a:prstGeom>
        <a:solidFill>
          <a:srgbClr val="00B0F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模型儲存</a:t>
          </a:r>
        </a:p>
      </dsp:txBody>
      <dsp:txXfrm>
        <a:off x="6551988" y="3103141"/>
        <a:ext cx="1092177" cy="546088"/>
      </dsp:txXfrm>
    </dsp:sp>
    <dsp:sp modelId="{D1D69BEC-71F7-4982-A075-51814AECF45C}">
      <dsp:nvSpPr>
        <dsp:cNvPr id="0" name=""/>
        <dsp:cNvSpPr/>
      </dsp:nvSpPr>
      <dsp:spPr>
        <a:xfrm>
          <a:off x="6551988" y="3878587"/>
          <a:ext cx="1092177" cy="546088"/>
        </a:xfrm>
        <a:prstGeom prst="rect">
          <a:avLst/>
        </a:prstGeom>
        <a:solidFill>
          <a:srgbClr val="00B0F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rPr>
            <a:t>模型預測</a:t>
          </a:r>
        </a:p>
      </dsp:txBody>
      <dsp:txXfrm>
        <a:off x="6551988" y="3878587"/>
        <a:ext cx="1092177" cy="546088"/>
      </dsp:txXfrm>
    </dsp:sp>
    <dsp:sp modelId="{7222942F-48CD-4B20-A66B-504F9496697F}">
      <dsp:nvSpPr>
        <dsp:cNvPr id="0" name=""/>
        <dsp:cNvSpPr/>
      </dsp:nvSpPr>
      <dsp:spPr>
        <a:xfrm>
          <a:off x="7600478" y="776803"/>
          <a:ext cx="1092177" cy="546088"/>
        </a:xfrm>
        <a:prstGeom prst="rect">
          <a:avLst/>
        </a:prstGeom>
        <a:solidFill>
          <a:srgbClr val="00B050"/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baseline="0" dirty="0" err="1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+mn-cs"/>
            </a:rPr>
            <a:t>MLPlay</a:t>
          </a:r>
          <a:endParaRPr lang="zh-TW" altLang="en-US" sz="1600" kern="1200" baseline="0" dirty="0">
            <a:solidFill>
              <a:sysClr val="windowText" lastClr="000000"/>
            </a:solidFill>
            <a:latin typeface="Times New Roman" panose="02020603050405020304" pitchFamily="18" charset="0"/>
            <a:ea typeface="標楷體" panose="03000509000000000000" pitchFamily="65" charset="-120"/>
            <a:cs typeface="+mn-cs"/>
          </a:endParaRPr>
        </a:p>
      </dsp:txBody>
      <dsp:txXfrm>
        <a:off x="7600478" y="776803"/>
        <a:ext cx="1092177" cy="546088"/>
      </dsp:txXfrm>
    </dsp:sp>
    <dsp:sp modelId="{54152D92-2203-4C8F-97DE-C9BAE3B31D9E}">
      <dsp:nvSpPr>
        <dsp:cNvPr id="0" name=""/>
        <dsp:cNvSpPr/>
      </dsp:nvSpPr>
      <dsp:spPr>
        <a:xfrm>
          <a:off x="7873523" y="1552249"/>
          <a:ext cx="1092177" cy="546088"/>
        </a:xfrm>
        <a:prstGeom prst="snip1Rect">
          <a:avLst/>
        </a:prstGeom>
        <a:solidFill>
          <a:srgbClr val="00B0F0"/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+mn-cs"/>
            </a:rPr>
            <a:t>更新</a:t>
          </a:r>
        </a:p>
      </dsp:txBody>
      <dsp:txXfrm>
        <a:off x="7873523" y="1597757"/>
        <a:ext cx="1046669" cy="500580"/>
      </dsp:txXfrm>
    </dsp:sp>
    <dsp:sp modelId="{ADF70087-2BD0-49BF-8219-2B09CBE30061}">
      <dsp:nvSpPr>
        <dsp:cNvPr id="0" name=""/>
        <dsp:cNvSpPr/>
      </dsp:nvSpPr>
      <dsp:spPr>
        <a:xfrm>
          <a:off x="7873523" y="2327695"/>
          <a:ext cx="1092177" cy="546088"/>
        </a:xfrm>
        <a:prstGeom prst="snip1Rect">
          <a:avLst/>
        </a:prstGeom>
        <a:solidFill>
          <a:srgbClr val="00B0F0"/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+mn-cs"/>
            </a:rPr>
            <a:t>重置</a:t>
          </a:r>
        </a:p>
      </dsp:txBody>
      <dsp:txXfrm>
        <a:off x="7873523" y="2373203"/>
        <a:ext cx="1046669" cy="500580"/>
      </dsp:txXfrm>
    </dsp:sp>
    <dsp:sp modelId="{B61813F6-F06C-4CDE-A663-7A724606E264}">
      <dsp:nvSpPr>
        <dsp:cNvPr id="0" name=""/>
        <dsp:cNvSpPr/>
      </dsp:nvSpPr>
      <dsp:spPr>
        <a:xfrm>
          <a:off x="7873523" y="3103141"/>
          <a:ext cx="1092177" cy="546088"/>
        </a:xfrm>
        <a:prstGeom prst="rect">
          <a:avLst/>
        </a:prstGeom>
        <a:solidFill>
          <a:srgbClr val="00B0F0"/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+mn-cs"/>
            </a:rPr>
            <a:t>計算落點</a:t>
          </a:r>
        </a:p>
      </dsp:txBody>
      <dsp:txXfrm>
        <a:off x="7873523" y="3103141"/>
        <a:ext cx="1092177" cy="546088"/>
      </dsp:txXfrm>
    </dsp:sp>
    <dsp:sp modelId="{0D128357-FC7C-4922-860B-AEBD600AD521}">
      <dsp:nvSpPr>
        <dsp:cNvPr id="0" name=""/>
        <dsp:cNvSpPr/>
      </dsp:nvSpPr>
      <dsp:spPr>
        <a:xfrm>
          <a:off x="7873523" y="3878587"/>
          <a:ext cx="1092177" cy="546088"/>
        </a:xfrm>
        <a:prstGeom prst="rect">
          <a:avLst/>
        </a:prstGeom>
        <a:solidFill>
          <a:srgbClr val="00B0F0"/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+mn-cs"/>
            </a:rPr>
            <a:t>板子移動</a:t>
          </a:r>
        </a:p>
      </dsp:txBody>
      <dsp:txXfrm>
        <a:off x="7873523" y="3878587"/>
        <a:ext cx="1092177" cy="5460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9575E-4031-488E-9460-E7913FE069FD}" type="datetimeFigureOut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EAF47-8A3C-4AF1-B84C-F26D1B307D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572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0EAF47-8A3C-4AF1-B84C-F26D1B307DC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3840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998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3230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5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3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113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0137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4255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004B302-8167-434D-9FEA-932B89CEE156}" type="datetimeFigureOut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8603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7414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543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7529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04B302-8167-434D-9FEA-932B89CEE156}" type="datetimeFigureOut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19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3B5661B-665A-99BB-1718-184626BB4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370" y="516835"/>
            <a:ext cx="3084844" cy="21038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z="3600" dirty="0">
                <a:solidFill>
                  <a:srgbClr val="FFFFFF"/>
                </a:solidFill>
              </a:rPr>
              <a:t>乒乓</a:t>
            </a:r>
            <a:r>
              <a:rPr lang="en-US" altLang="zh-TW" sz="3600" dirty="0">
                <a:solidFill>
                  <a:srgbClr val="FFFFFF"/>
                </a:solidFill>
              </a:rPr>
              <a:t>BATTLE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FB4E6A8-20BB-9CE2-132F-6D7DB7AC3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371" y="2653800"/>
            <a:ext cx="3084844" cy="3335519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指導教授 </a:t>
            </a:r>
            <a:r>
              <a:rPr lang="en-US" altLang="zh-TW" sz="1500" dirty="0">
                <a:solidFill>
                  <a:srgbClr val="FFFFFF"/>
                </a:solidFill>
                <a:latin typeface="+mn-lt"/>
              </a:rPr>
              <a:t>: </a:t>
            </a:r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陳朝烈 教授</a:t>
            </a:r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組長 </a:t>
            </a:r>
            <a:r>
              <a:rPr lang="en-US" altLang="zh-TW" sz="1500" dirty="0">
                <a:solidFill>
                  <a:srgbClr val="FFFFFF"/>
                </a:solidFill>
                <a:latin typeface="+mn-lt"/>
              </a:rPr>
              <a:t>: </a:t>
            </a:r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余立凱</a:t>
            </a:r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組員 </a:t>
            </a:r>
            <a:r>
              <a:rPr lang="en-US" altLang="zh-TW" sz="1500" dirty="0">
                <a:solidFill>
                  <a:srgbClr val="FFFFFF"/>
                </a:solidFill>
                <a:latin typeface="+mn-lt"/>
              </a:rPr>
              <a:t>: </a:t>
            </a:r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康佳元</a:t>
            </a:r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endParaRPr lang="en-US" altLang="zh-TW" sz="15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D37469B-F4B7-FB04-53FB-66FF7A6F44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58" r="26999" b="-1"/>
          <a:stretch>
            <a:fillRect/>
          </a:stretch>
        </p:blipFill>
        <p:spPr>
          <a:xfrm>
            <a:off x="4842429" y="640080"/>
            <a:ext cx="6597258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71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966A8D-A1C8-2A1A-B6A4-4019A2D2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需求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6657FF-7C4C-D11E-C2D1-163F66B44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功能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球拍能夠左右移動</a:t>
            </a:r>
            <a:endParaRPr lang="en-US" altLang="zh-TW" dirty="0"/>
          </a:p>
          <a:p>
            <a:pPr lvl="1"/>
            <a:r>
              <a:rPr lang="zh-TW" altLang="en-US" dirty="0"/>
              <a:t>發球</a:t>
            </a:r>
            <a:endParaRPr lang="en-US" altLang="zh-TW" dirty="0"/>
          </a:p>
          <a:p>
            <a:pPr lvl="1"/>
            <a:r>
              <a:rPr lang="zh-TW" altLang="en-US" dirty="0"/>
              <a:t>預測球落點位置</a:t>
            </a:r>
            <a:endParaRPr lang="en-US" altLang="zh-TW" dirty="0"/>
          </a:p>
          <a:p>
            <a:pPr lvl="1"/>
            <a:r>
              <a:rPr lang="zh-TW" altLang="en-US" dirty="0"/>
              <a:t>預測對方回擊路線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系統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Window10</a:t>
            </a:r>
            <a:r>
              <a:rPr lang="zh-TW" altLang="en-US" dirty="0"/>
              <a:t>、</a:t>
            </a:r>
            <a:r>
              <a:rPr lang="en-US" altLang="zh-TW" dirty="0"/>
              <a:t>11</a:t>
            </a:r>
          </a:p>
          <a:p>
            <a:r>
              <a:rPr lang="en-US" altLang="zh-TW" dirty="0"/>
              <a:t>Python3.11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9BCB5A-571C-477D-D0B4-0F8F345BD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3147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61D35B-225A-4BAB-8486-DB5640143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A5DE6B-83B5-459D-B15A-0E084B04E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TW" altLang="en-US" b="0" i="0" dirty="0">
                <a:solidFill>
                  <a:srgbClr val="000000"/>
                </a:solidFill>
                <a:effectLst/>
                <a:latin typeface="Roboto" panose="020B0604020202020204" pitchFamily="2" charset="0"/>
              </a:rPr>
              <a:t>限制</a:t>
            </a:r>
            <a:endParaRPr lang="en-US" altLang="zh-TW" b="0" i="0" dirty="0">
              <a:solidFill>
                <a:srgbClr val="000000"/>
              </a:solidFill>
              <a:effectLst/>
              <a:latin typeface="Roboto" panose="020B0604020202020204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000000"/>
                </a:solidFill>
                <a:effectLst/>
                <a:latin typeface="Roboto" panose="020B0604020202020204" pitchFamily="2" charset="0"/>
              </a:rPr>
              <a:t>螢幕大小 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Roboto" panose="020B0604020202020204" pitchFamily="2" charset="0"/>
              </a:rPr>
              <a:t>200 x 500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000000"/>
                </a:solidFill>
                <a:effectLst/>
                <a:latin typeface="Roboto" panose="020B0604020202020204" pitchFamily="2" charset="0"/>
              </a:rPr>
              <a:t>板子 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Roboto" panose="020B0604020202020204" pitchFamily="2" charset="0"/>
              </a:rPr>
              <a:t>40 x 10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000000"/>
                </a:solidFill>
                <a:effectLst/>
                <a:latin typeface="Roboto" panose="020B0604020202020204" pitchFamily="2" charset="0"/>
              </a:rPr>
              <a:t>球 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Roboto" panose="020B0604020202020204" pitchFamily="2" charset="0"/>
              </a:rPr>
              <a:t>10 x 10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000000"/>
                </a:solidFill>
                <a:effectLst/>
                <a:latin typeface="Roboto" panose="020B0604020202020204" pitchFamily="2" charset="0"/>
              </a:rPr>
              <a:t>障礙物 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Roboto" panose="020B0604020202020204" pitchFamily="2" charset="0"/>
              </a:rPr>
              <a:t>30 x 20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36413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C87CE5-6FBB-43E7-AF75-15FA853D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altLang="zh-TW" dirty="0"/>
              <a:t>Breakdown</a:t>
            </a:r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ED03FD98-33AE-487A-9AAB-59FE9328F5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9120490"/>
              </p:ext>
            </p:extLst>
          </p:nvPr>
        </p:nvGraphicFramePr>
        <p:xfrm>
          <a:off x="-409575" y="504825"/>
          <a:ext cx="12601575" cy="597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11480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85F914-EAE9-4D26-A7F9-E05E78D58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架構圖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樣本蒐集</a:t>
            </a:r>
            <a:endParaRPr lang="zh-TW" altLang="en-US" dirty="0"/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9B3B04CE-F36C-4B39-B4C4-AFA8A2A825AE}"/>
              </a:ext>
            </a:extLst>
          </p:cNvPr>
          <p:cNvGrpSpPr/>
          <p:nvPr/>
        </p:nvGrpSpPr>
        <p:grpSpPr>
          <a:xfrm>
            <a:off x="5549911" y="3155956"/>
            <a:ext cx="1092177" cy="546088"/>
            <a:chOff x="7600478" y="776803"/>
            <a:chExt cx="1092177" cy="546088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EDEEFBC6-A296-4076-A7BF-ABDDC100FD42}"/>
                </a:ext>
              </a:extLst>
            </p:cNvPr>
            <p:cNvSpPr/>
            <p:nvPr/>
          </p:nvSpPr>
          <p:spPr>
            <a:xfrm>
              <a:off x="7600478" y="776803"/>
              <a:ext cx="1092177" cy="546088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ABDE66AE-35CF-4FCB-9608-824768EE289E}"/>
                </a:ext>
              </a:extLst>
            </p:cNvPr>
            <p:cNvSpPr txBox="1"/>
            <p:nvPr/>
          </p:nvSpPr>
          <p:spPr>
            <a:xfrm>
              <a:off x="7600478" y="776803"/>
              <a:ext cx="1092177" cy="5460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kern="1200" baseline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</a:rPr>
                <a:t>板子移動</a:t>
              </a:r>
            </a:p>
          </p:txBody>
        </p:sp>
      </p:grp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18E6D04D-5A5F-4CDB-8048-0656720E7EC4}"/>
              </a:ext>
            </a:extLst>
          </p:cNvPr>
          <p:cNvGrpSpPr/>
          <p:nvPr/>
        </p:nvGrpSpPr>
        <p:grpSpPr>
          <a:xfrm>
            <a:off x="7292987" y="3155956"/>
            <a:ext cx="1092177" cy="546088"/>
            <a:chOff x="9195057" y="1552249"/>
            <a:chExt cx="1092177" cy="546088"/>
          </a:xfrm>
          <a:solidFill>
            <a:srgbClr val="00B0F0"/>
          </a:solidFill>
        </p:grpSpPr>
        <p:sp>
          <p:nvSpPr>
            <p:cNvPr id="84" name="矩形: 剪去單一角落 83">
              <a:extLst>
                <a:ext uri="{FF2B5EF4-FFF2-40B4-BE49-F238E27FC236}">
                  <a16:creationId xmlns:a16="http://schemas.microsoft.com/office/drawing/2014/main" id="{E335CDC6-ED97-4914-A86B-710CE1C936A4}"/>
                </a:ext>
              </a:extLst>
            </p:cNvPr>
            <p:cNvSpPr/>
            <p:nvPr/>
          </p:nvSpPr>
          <p:spPr>
            <a:xfrm>
              <a:off x="9195057" y="1552249"/>
              <a:ext cx="1092177" cy="546088"/>
            </a:xfrm>
            <a:prstGeom prst="snip1Rect">
              <a:avLst/>
            </a:prstGeom>
            <a:grpFill/>
            <a:ln w="15875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85" name="矩形: 剪去單一角落 4">
              <a:extLst>
                <a:ext uri="{FF2B5EF4-FFF2-40B4-BE49-F238E27FC236}">
                  <a16:creationId xmlns:a16="http://schemas.microsoft.com/office/drawing/2014/main" id="{E28A40F1-1ADC-46A7-8790-E09AB1548C20}"/>
                </a:ext>
              </a:extLst>
            </p:cNvPr>
            <p:cNvSpPr txBox="1"/>
            <p:nvPr/>
          </p:nvSpPr>
          <p:spPr>
            <a:xfrm>
              <a:off x="9195057" y="1597757"/>
              <a:ext cx="1046669" cy="5005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>
              <a:defPPr>
                <a:defRPr lang="en-US"/>
              </a:defPPr>
              <a:lvl1pPr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sz="16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1pPr>
            </a:lstStyle>
            <a:p>
              <a:r>
                <a:rPr lang="zh-TW" altLang="en-US" dirty="0"/>
                <a:t>落點計算</a:t>
              </a:r>
            </a:p>
          </p:txBody>
        </p:sp>
      </p:grp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52887B50-3EBA-49C1-937A-9C2FB49400E7}"/>
              </a:ext>
            </a:extLst>
          </p:cNvPr>
          <p:cNvCxnSpPr>
            <a:stCxn id="84" idx="2"/>
            <a:endCxn id="82" idx="3"/>
          </p:cNvCxnSpPr>
          <p:nvPr/>
        </p:nvCxnSpPr>
        <p:spPr>
          <a:xfrm flipH="1">
            <a:off x="6642088" y="3429000"/>
            <a:ext cx="6508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B2618E9E-4C3A-4040-A3A7-26A8340E0B69}"/>
              </a:ext>
            </a:extLst>
          </p:cNvPr>
          <p:cNvGrpSpPr/>
          <p:nvPr/>
        </p:nvGrpSpPr>
        <p:grpSpPr>
          <a:xfrm>
            <a:off x="3806835" y="3155956"/>
            <a:ext cx="1092177" cy="546088"/>
            <a:chOff x="6278943" y="776803"/>
            <a:chExt cx="1092177" cy="546088"/>
          </a:xfrm>
        </p:grpSpPr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B572F0A8-FC20-4C8B-B39C-375D10DDE89F}"/>
                </a:ext>
              </a:extLst>
            </p:cNvPr>
            <p:cNvSpPr/>
            <p:nvPr/>
          </p:nvSpPr>
          <p:spPr>
            <a:xfrm>
              <a:off x="6278943" y="776803"/>
              <a:ext cx="1092177" cy="546088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86DC81F2-A5B6-4F9A-BF6A-80D2FF5ADDE3}"/>
                </a:ext>
              </a:extLst>
            </p:cNvPr>
            <p:cNvSpPr txBox="1"/>
            <p:nvPr/>
          </p:nvSpPr>
          <p:spPr>
            <a:xfrm>
              <a:off x="6278943" y="776803"/>
              <a:ext cx="1092177" cy="5460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kern="1200" baseline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</a:rPr>
                <a:t>更新</a:t>
              </a:r>
            </a:p>
          </p:txBody>
        </p:sp>
      </p:grpSp>
      <p:cxnSp>
        <p:nvCxnSpPr>
          <p:cNvPr id="92" name="直線單箭頭接點 91">
            <a:extLst>
              <a:ext uri="{FF2B5EF4-FFF2-40B4-BE49-F238E27FC236}">
                <a16:creationId xmlns:a16="http://schemas.microsoft.com/office/drawing/2014/main" id="{994BAF95-A8ED-4378-A758-D6960BFB6FA3}"/>
              </a:ext>
            </a:extLst>
          </p:cNvPr>
          <p:cNvCxnSpPr>
            <a:stCxn id="82" idx="1"/>
            <a:endCxn id="90" idx="3"/>
          </p:cNvCxnSpPr>
          <p:nvPr/>
        </p:nvCxnSpPr>
        <p:spPr>
          <a:xfrm flipH="1">
            <a:off x="4899012" y="3429000"/>
            <a:ext cx="6508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F8E8D177-FFA0-4F63-BB20-B2CDE152B1E7}"/>
              </a:ext>
            </a:extLst>
          </p:cNvPr>
          <p:cNvGrpSpPr/>
          <p:nvPr/>
        </p:nvGrpSpPr>
        <p:grpSpPr>
          <a:xfrm>
            <a:off x="5549910" y="1964896"/>
            <a:ext cx="1092177" cy="546088"/>
            <a:chOff x="2314339" y="1552249"/>
            <a:chExt cx="1092177" cy="546088"/>
          </a:xfrm>
        </p:grpSpPr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C4D76F6A-6599-488E-B795-28DDE5C16C8C}"/>
                </a:ext>
              </a:extLst>
            </p:cNvPr>
            <p:cNvSpPr/>
            <p:nvPr/>
          </p:nvSpPr>
          <p:spPr>
            <a:xfrm>
              <a:off x="2314339" y="1552249"/>
              <a:ext cx="1092177" cy="546088"/>
            </a:xfrm>
            <a:prstGeom prst="rect">
              <a:avLst/>
            </a:prstGeom>
            <a:solidFill>
              <a:srgbClr val="E48312">
                <a:hueOff val="0"/>
                <a:satOff val="0"/>
                <a:lumOff val="0"/>
                <a:alphaOff val="0"/>
              </a:srgbClr>
            </a:solidFill>
            <a:ln w="15875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8E9F6DEA-B6F7-464A-99C5-01DC278E519F}"/>
                </a:ext>
              </a:extLst>
            </p:cNvPr>
            <p:cNvSpPr txBox="1"/>
            <p:nvPr/>
          </p:nvSpPr>
          <p:spPr>
            <a:xfrm>
              <a:off x="2314339" y="1552249"/>
              <a:ext cx="1092177" cy="5460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kern="1200" baseline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</a:rPr>
                <a:t>場景資訊</a:t>
              </a:r>
            </a:p>
          </p:txBody>
        </p:sp>
      </p:grpSp>
      <p:cxnSp>
        <p:nvCxnSpPr>
          <p:cNvPr id="99" name="接點: 肘形 98">
            <a:extLst>
              <a:ext uri="{FF2B5EF4-FFF2-40B4-BE49-F238E27FC236}">
                <a16:creationId xmlns:a16="http://schemas.microsoft.com/office/drawing/2014/main" id="{DF2A3ABF-406E-4BFF-8ACA-33882A5D2CD1}"/>
              </a:ext>
            </a:extLst>
          </p:cNvPr>
          <p:cNvCxnSpPr>
            <a:stCxn id="94" idx="1"/>
            <a:endCxn id="90" idx="0"/>
          </p:cNvCxnSpPr>
          <p:nvPr/>
        </p:nvCxnSpPr>
        <p:spPr>
          <a:xfrm rot="10800000" flipV="1">
            <a:off x="4352924" y="2237940"/>
            <a:ext cx="1196986" cy="9180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接點: 肘形 100">
            <a:extLst>
              <a:ext uri="{FF2B5EF4-FFF2-40B4-BE49-F238E27FC236}">
                <a16:creationId xmlns:a16="http://schemas.microsoft.com/office/drawing/2014/main" id="{AC7A4CAB-30C9-451B-9A1D-47BCAE70627E}"/>
              </a:ext>
            </a:extLst>
          </p:cNvPr>
          <p:cNvCxnSpPr>
            <a:stCxn id="95" idx="3"/>
            <a:endCxn id="84" idx="3"/>
          </p:cNvCxnSpPr>
          <p:nvPr/>
        </p:nvCxnSpPr>
        <p:spPr>
          <a:xfrm>
            <a:off x="6642087" y="2237940"/>
            <a:ext cx="1196989" cy="9180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69CE1D0F-4308-44A9-AB24-E77E31698623}"/>
              </a:ext>
            </a:extLst>
          </p:cNvPr>
          <p:cNvGrpSpPr/>
          <p:nvPr/>
        </p:nvGrpSpPr>
        <p:grpSpPr>
          <a:xfrm>
            <a:off x="3806834" y="4009201"/>
            <a:ext cx="1092177" cy="546088"/>
            <a:chOff x="6551988" y="1552249"/>
            <a:chExt cx="1092177" cy="546088"/>
          </a:xfrm>
        </p:grpSpPr>
        <p:sp>
          <p:nvSpPr>
            <p:cNvPr id="103" name="矩形: 剪去單一角落 102">
              <a:extLst>
                <a:ext uri="{FF2B5EF4-FFF2-40B4-BE49-F238E27FC236}">
                  <a16:creationId xmlns:a16="http://schemas.microsoft.com/office/drawing/2014/main" id="{9AE9397B-B39B-4C68-BDF6-E8552A30A84E}"/>
                </a:ext>
              </a:extLst>
            </p:cNvPr>
            <p:cNvSpPr/>
            <p:nvPr/>
          </p:nvSpPr>
          <p:spPr>
            <a:xfrm>
              <a:off x="6551988" y="1552249"/>
              <a:ext cx="1092177" cy="546088"/>
            </a:xfrm>
            <a:prstGeom prst="snip1Rect">
              <a:avLst/>
            </a:prstGeom>
            <a:solidFill>
              <a:srgbClr val="FFC000"/>
            </a:solidFill>
            <a:ln w="15875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104" name="矩形: 剪去單一角落 4">
              <a:extLst>
                <a:ext uri="{FF2B5EF4-FFF2-40B4-BE49-F238E27FC236}">
                  <a16:creationId xmlns:a16="http://schemas.microsoft.com/office/drawing/2014/main" id="{A167A5CB-5A86-4FE5-826E-A0CD551011E8}"/>
                </a:ext>
              </a:extLst>
            </p:cNvPr>
            <p:cNvSpPr txBox="1"/>
            <p:nvPr/>
          </p:nvSpPr>
          <p:spPr>
            <a:xfrm>
              <a:off x="6551988" y="1597757"/>
              <a:ext cx="1046669" cy="5005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200" kern="1200" baseline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</a:rPr>
                <a:t>得分</a:t>
              </a:r>
            </a:p>
          </p:txBody>
        </p:sp>
      </p:grp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047C2340-D23A-46E5-AC3B-362AF30F958F}"/>
              </a:ext>
            </a:extLst>
          </p:cNvPr>
          <p:cNvGrpSpPr/>
          <p:nvPr/>
        </p:nvGrpSpPr>
        <p:grpSpPr>
          <a:xfrm>
            <a:off x="2335239" y="4031955"/>
            <a:ext cx="1092177" cy="546088"/>
            <a:chOff x="6551988" y="2327695"/>
            <a:chExt cx="1092177" cy="546088"/>
          </a:xfrm>
        </p:grpSpPr>
        <p:sp>
          <p:nvSpPr>
            <p:cNvPr id="106" name="矩形: 剪去單一角落 105">
              <a:extLst>
                <a:ext uri="{FF2B5EF4-FFF2-40B4-BE49-F238E27FC236}">
                  <a16:creationId xmlns:a16="http://schemas.microsoft.com/office/drawing/2014/main" id="{6B918114-C1D7-4860-91EA-8FBC39AD4E7E}"/>
                </a:ext>
              </a:extLst>
            </p:cNvPr>
            <p:cNvSpPr/>
            <p:nvPr/>
          </p:nvSpPr>
          <p:spPr>
            <a:xfrm>
              <a:off x="6551988" y="2327695"/>
              <a:ext cx="1092177" cy="546088"/>
            </a:xfrm>
            <a:prstGeom prst="snip1Rect">
              <a:avLst/>
            </a:prstGeom>
            <a:solidFill>
              <a:srgbClr val="FFC000"/>
            </a:solidFill>
            <a:ln w="15875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107" name="矩形: 剪去單一角落 4">
              <a:extLst>
                <a:ext uri="{FF2B5EF4-FFF2-40B4-BE49-F238E27FC236}">
                  <a16:creationId xmlns:a16="http://schemas.microsoft.com/office/drawing/2014/main" id="{5EBE44E3-81AD-462E-A88C-0BDB8FDB4043}"/>
                </a:ext>
              </a:extLst>
            </p:cNvPr>
            <p:cNvSpPr txBox="1"/>
            <p:nvPr/>
          </p:nvSpPr>
          <p:spPr>
            <a:xfrm>
              <a:off x="6551988" y="2373203"/>
              <a:ext cx="1046669" cy="5005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200" kern="1200" baseline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</a:rPr>
                <a:t>重置</a:t>
              </a:r>
            </a:p>
          </p:txBody>
        </p:sp>
      </p:grpSp>
      <p:cxnSp>
        <p:nvCxnSpPr>
          <p:cNvPr id="115" name="直線單箭頭接點 114">
            <a:extLst>
              <a:ext uri="{FF2B5EF4-FFF2-40B4-BE49-F238E27FC236}">
                <a16:creationId xmlns:a16="http://schemas.microsoft.com/office/drawing/2014/main" id="{147652E2-44CE-4916-903D-82B657AE9798}"/>
              </a:ext>
            </a:extLst>
          </p:cNvPr>
          <p:cNvCxnSpPr>
            <a:stCxn id="90" idx="2"/>
            <a:endCxn id="103" idx="3"/>
          </p:cNvCxnSpPr>
          <p:nvPr/>
        </p:nvCxnSpPr>
        <p:spPr>
          <a:xfrm flipH="1">
            <a:off x="4352923" y="3702044"/>
            <a:ext cx="1" cy="307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單箭頭接點 116">
            <a:extLst>
              <a:ext uri="{FF2B5EF4-FFF2-40B4-BE49-F238E27FC236}">
                <a16:creationId xmlns:a16="http://schemas.microsoft.com/office/drawing/2014/main" id="{D861D54E-FCE6-471A-9787-F034211E9421}"/>
              </a:ext>
            </a:extLst>
          </p:cNvPr>
          <p:cNvCxnSpPr>
            <a:cxnSpLocks/>
            <a:stCxn id="104" idx="1"/>
            <a:endCxn id="106" idx="0"/>
          </p:cNvCxnSpPr>
          <p:nvPr/>
        </p:nvCxnSpPr>
        <p:spPr>
          <a:xfrm flipH="1">
            <a:off x="3427416" y="4304999"/>
            <a:ext cx="3794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接點: 肘形 121">
            <a:extLst>
              <a:ext uri="{FF2B5EF4-FFF2-40B4-BE49-F238E27FC236}">
                <a16:creationId xmlns:a16="http://schemas.microsoft.com/office/drawing/2014/main" id="{A25F32C8-D96F-41DB-B25E-52BB38B7EA3E}"/>
              </a:ext>
            </a:extLst>
          </p:cNvPr>
          <p:cNvCxnSpPr>
            <a:stCxn id="106" idx="3"/>
            <a:endCxn id="90" idx="1"/>
          </p:cNvCxnSpPr>
          <p:nvPr/>
        </p:nvCxnSpPr>
        <p:spPr>
          <a:xfrm rot="5400000" flipH="1" flipV="1">
            <a:off x="3042604" y="3267725"/>
            <a:ext cx="602955" cy="92550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群組 122">
            <a:extLst>
              <a:ext uri="{FF2B5EF4-FFF2-40B4-BE49-F238E27FC236}">
                <a16:creationId xmlns:a16="http://schemas.microsoft.com/office/drawing/2014/main" id="{A1544E7A-30B4-4665-9A07-5366D6EF0A58}"/>
              </a:ext>
            </a:extLst>
          </p:cNvPr>
          <p:cNvGrpSpPr/>
          <p:nvPr/>
        </p:nvGrpSpPr>
        <p:grpSpPr>
          <a:xfrm>
            <a:off x="3784079" y="5003806"/>
            <a:ext cx="1092177" cy="546088"/>
            <a:chOff x="3635874" y="776803"/>
            <a:chExt cx="1092177" cy="546088"/>
          </a:xfrm>
        </p:grpSpPr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0A51ACBB-198A-4DFD-BE9C-195D364D9264}"/>
                </a:ext>
              </a:extLst>
            </p:cNvPr>
            <p:cNvSpPr/>
            <p:nvPr/>
          </p:nvSpPr>
          <p:spPr>
            <a:xfrm>
              <a:off x="3635874" y="776803"/>
              <a:ext cx="1092177" cy="546088"/>
            </a:xfrm>
            <a:prstGeom prst="rect">
              <a:avLst/>
            </a:prstGeom>
            <a:solidFill>
              <a:srgbClr val="E48312">
                <a:hueOff val="0"/>
                <a:satOff val="0"/>
                <a:lumOff val="0"/>
                <a:alphaOff val="0"/>
              </a:srgbClr>
            </a:solidFill>
            <a:ln w="15875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125" name="文字方塊 124">
              <a:extLst>
                <a:ext uri="{FF2B5EF4-FFF2-40B4-BE49-F238E27FC236}">
                  <a16:creationId xmlns:a16="http://schemas.microsoft.com/office/drawing/2014/main" id="{25209FB6-F7D9-4666-A5BC-6738DF66D024}"/>
                </a:ext>
              </a:extLst>
            </p:cNvPr>
            <p:cNvSpPr txBox="1"/>
            <p:nvPr/>
          </p:nvSpPr>
          <p:spPr>
            <a:xfrm>
              <a:off x="3635874" y="776803"/>
              <a:ext cx="1092177" cy="5460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kern="1200" baseline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</a:rPr>
                <a:t>樣本蒐集</a:t>
              </a:r>
            </a:p>
          </p:txBody>
        </p:sp>
      </p:grpSp>
      <p:cxnSp>
        <p:nvCxnSpPr>
          <p:cNvPr id="127" name="直線單箭頭接點 126">
            <a:extLst>
              <a:ext uri="{FF2B5EF4-FFF2-40B4-BE49-F238E27FC236}">
                <a16:creationId xmlns:a16="http://schemas.microsoft.com/office/drawing/2014/main" id="{3FED640D-1C78-4974-A701-F075DDF99617}"/>
              </a:ext>
            </a:extLst>
          </p:cNvPr>
          <p:cNvCxnSpPr>
            <a:stCxn id="104" idx="2"/>
            <a:endCxn id="125" idx="0"/>
          </p:cNvCxnSpPr>
          <p:nvPr/>
        </p:nvCxnSpPr>
        <p:spPr>
          <a:xfrm flipH="1">
            <a:off x="4330168" y="4555289"/>
            <a:ext cx="1" cy="44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矩形 143">
            <a:extLst>
              <a:ext uri="{FF2B5EF4-FFF2-40B4-BE49-F238E27FC236}">
                <a16:creationId xmlns:a16="http://schemas.microsoft.com/office/drawing/2014/main" id="{29F3F434-6E08-452E-BC4C-4E87C7CF01E5}"/>
              </a:ext>
            </a:extLst>
          </p:cNvPr>
          <p:cNvSpPr/>
          <p:nvPr/>
        </p:nvSpPr>
        <p:spPr>
          <a:xfrm>
            <a:off x="2095500" y="1854194"/>
            <a:ext cx="6772270" cy="29464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9" name="文字方塊 158">
            <a:extLst>
              <a:ext uri="{FF2B5EF4-FFF2-40B4-BE49-F238E27FC236}">
                <a16:creationId xmlns:a16="http://schemas.microsoft.com/office/drawing/2014/main" id="{319B46EB-4C06-4F4D-91BE-EE440D6B67E0}"/>
              </a:ext>
            </a:extLst>
          </p:cNvPr>
          <p:cNvSpPr txBox="1"/>
          <p:nvPr/>
        </p:nvSpPr>
        <p:spPr>
          <a:xfrm>
            <a:off x="2122272" y="1868608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PINGPONG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3916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85F914-EAE9-4D26-A7F9-E05E78D58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架構圖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模型測試</a:t>
            </a:r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4F4B4EA9-3D73-4C9B-9B5F-9EF9C4B69B19}"/>
              </a:ext>
            </a:extLst>
          </p:cNvPr>
          <p:cNvGrpSpPr/>
          <p:nvPr/>
        </p:nvGrpSpPr>
        <p:grpSpPr>
          <a:xfrm>
            <a:off x="5549911" y="3155956"/>
            <a:ext cx="1092177" cy="546088"/>
            <a:chOff x="7600478" y="776803"/>
            <a:chExt cx="1092177" cy="54608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897EC1B-0666-4142-B6D2-081F9673B26F}"/>
                </a:ext>
              </a:extLst>
            </p:cNvPr>
            <p:cNvSpPr/>
            <p:nvPr/>
          </p:nvSpPr>
          <p:spPr>
            <a:xfrm>
              <a:off x="7600478" y="776803"/>
              <a:ext cx="1092177" cy="546088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0AB299C-A977-4992-9D0E-6BB720A1C61F}"/>
                </a:ext>
              </a:extLst>
            </p:cNvPr>
            <p:cNvSpPr txBox="1"/>
            <p:nvPr/>
          </p:nvSpPr>
          <p:spPr>
            <a:xfrm>
              <a:off x="7600478" y="776803"/>
              <a:ext cx="1092177" cy="5460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kern="1200" baseline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</a:rPr>
                <a:t>板子移動</a:t>
              </a:r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F7704C7C-9FB7-4C0D-B79C-663C457505C0}"/>
              </a:ext>
            </a:extLst>
          </p:cNvPr>
          <p:cNvGrpSpPr/>
          <p:nvPr/>
        </p:nvGrpSpPr>
        <p:grpSpPr>
          <a:xfrm>
            <a:off x="3806835" y="3155956"/>
            <a:ext cx="1092177" cy="546088"/>
            <a:chOff x="6278943" y="776803"/>
            <a:chExt cx="1092177" cy="54608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392DC4C-29FD-4604-8755-E31FA0CAC40A}"/>
                </a:ext>
              </a:extLst>
            </p:cNvPr>
            <p:cNvSpPr/>
            <p:nvPr/>
          </p:nvSpPr>
          <p:spPr>
            <a:xfrm>
              <a:off x="6278943" y="776803"/>
              <a:ext cx="1092177" cy="546088"/>
            </a:xfrm>
            <a:prstGeom prst="rect">
              <a:avLst/>
            </a:prstGeom>
            <a:solidFill>
              <a:srgbClr val="00B0F0"/>
            </a:solidFill>
            <a:ln w="15875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AA633586-095C-4A67-BEA5-D22806F4F2AD}"/>
                </a:ext>
              </a:extLst>
            </p:cNvPr>
            <p:cNvSpPr txBox="1"/>
            <p:nvPr/>
          </p:nvSpPr>
          <p:spPr>
            <a:xfrm>
              <a:off x="6278943" y="776803"/>
              <a:ext cx="1092177" cy="5460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kern="1200" baseline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</a:rPr>
                <a:t>更新</a:t>
              </a:r>
            </a:p>
          </p:txBody>
        </p:sp>
      </p:grp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1A5BF89-1EF6-47A5-A9C6-52CB140C303E}"/>
              </a:ext>
            </a:extLst>
          </p:cNvPr>
          <p:cNvCxnSpPr>
            <a:stCxn id="5" idx="1"/>
            <a:endCxn id="12" idx="3"/>
          </p:cNvCxnSpPr>
          <p:nvPr/>
        </p:nvCxnSpPr>
        <p:spPr>
          <a:xfrm flipH="1">
            <a:off x="4899012" y="3429000"/>
            <a:ext cx="6508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6A33EFA4-0B64-443B-B28C-18741DD3000D}"/>
              </a:ext>
            </a:extLst>
          </p:cNvPr>
          <p:cNvGrpSpPr/>
          <p:nvPr/>
        </p:nvGrpSpPr>
        <p:grpSpPr>
          <a:xfrm>
            <a:off x="5549910" y="1964896"/>
            <a:ext cx="1092177" cy="546088"/>
            <a:chOff x="2314339" y="1552249"/>
            <a:chExt cx="1092177" cy="54608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B20A7A5-5185-4B39-9F1A-79ED0A4B94EB}"/>
                </a:ext>
              </a:extLst>
            </p:cNvPr>
            <p:cNvSpPr/>
            <p:nvPr/>
          </p:nvSpPr>
          <p:spPr>
            <a:xfrm>
              <a:off x="2314339" y="1552249"/>
              <a:ext cx="1092177" cy="546088"/>
            </a:xfrm>
            <a:prstGeom prst="rect">
              <a:avLst/>
            </a:prstGeom>
            <a:solidFill>
              <a:srgbClr val="E48312">
                <a:hueOff val="0"/>
                <a:satOff val="0"/>
                <a:lumOff val="0"/>
                <a:alphaOff val="0"/>
              </a:srgbClr>
            </a:solidFill>
            <a:ln w="15875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AE5429A0-9FBB-4436-9827-9B4F7DECAD2C}"/>
                </a:ext>
              </a:extLst>
            </p:cNvPr>
            <p:cNvSpPr txBox="1"/>
            <p:nvPr/>
          </p:nvSpPr>
          <p:spPr>
            <a:xfrm>
              <a:off x="2314339" y="1552249"/>
              <a:ext cx="1092177" cy="5460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kern="1200" baseline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</a:rPr>
                <a:t>場景資訊</a:t>
              </a:r>
            </a:p>
          </p:txBody>
        </p:sp>
      </p:grp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4417F4B3-FA2E-4BB9-94BD-A351B888CEA2}"/>
              </a:ext>
            </a:extLst>
          </p:cNvPr>
          <p:cNvCxnSpPr>
            <a:stCxn id="15" idx="1"/>
            <a:endCxn id="12" idx="0"/>
          </p:cNvCxnSpPr>
          <p:nvPr/>
        </p:nvCxnSpPr>
        <p:spPr>
          <a:xfrm rot="10800000" flipV="1">
            <a:off x="4352924" y="2237940"/>
            <a:ext cx="1196986" cy="9180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F4A01822-F731-457A-B61B-CD6576D8F081}"/>
              </a:ext>
            </a:extLst>
          </p:cNvPr>
          <p:cNvGrpSpPr/>
          <p:nvPr/>
        </p:nvGrpSpPr>
        <p:grpSpPr>
          <a:xfrm>
            <a:off x="3806834" y="4009201"/>
            <a:ext cx="1092177" cy="546088"/>
            <a:chOff x="6551988" y="1552249"/>
            <a:chExt cx="1092177" cy="546088"/>
          </a:xfrm>
          <a:solidFill>
            <a:srgbClr val="00B0F0"/>
          </a:solidFill>
        </p:grpSpPr>
        <p:sp>
          <p:nvSpPr>
            <p:cNvPr id="20" name="矩形: 剪去單一角落 19">
              <a:extLst>
                <a:ext uri="{FF2B5EF4-FFF2-40B4-BE49-F238E27FC236}">
                  <a16:creationId xmlns:a16="http://schemas.microsoft.com/office/drawing/2014/main" id="{66913D81-D21F-4E0E-8A83-0B1303BE962E}"/>
                </a:ext>
              </a:extLst>
            </p:cNvPr>
            <p:cNvSpPr/>
            <p:nvPr/>
          </p:nvSpPr>
          <p:spPr>
            <a:xfrm>
              <a:off x="6551988" y="1552249"/>
              <a:ext cx="1092177" cy="54608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TW" altLang="en-US" sz="160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21" name="矩形: 剪去單一角落 4">
              <a:extLst>
                <a:ext uri="{FF2B5EF4-FFF2-40B4-BE49-F238E27FC236}">
                  <a16:creationId xmlns:a16="http://schemas.microsoft.com/office/drawing/2014/main" id="{9C7042BD-06E1-419B-A6C2-CFCF4F1340E6}"/>
                </a:ext>
              </a:extLst>
            </p:cNvPr>
            <p:cNvSpPr txBox="1"/>
            <p:nvPr/>
          </p:nvSpPr>
          <p:spPr>
            <a:xfrm>
              <a:off x="6551988" y="1597757"/>
              <a:ext cx="1046669" cy="50058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>
              <a:defPPr>
                <a:defRPr lang="en-US"/>
              </a:defPPr>
              <a:lvl1pPr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sz="16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1pPr>
            </a:lstStyle>
            <a:p>
              <a:r>
                <a:rPr lang="zh-TW" altLang="en-US" dirty="0"/>
                <a:t>得分</a:t>
              </a:r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A752EC02-7C64-4CF9-BB4A-E277D116CE31}"/>
              </a:ext>
            </a:extLst>
          </p:cNvPr>
          <p:cNvGrpSpPr/>
          <p:nvPr/>
        </p:nvGrpSpPr>
        <p:grpSpPr>
          <a:xfrm>
            <a:off x="2335239" y="4031955"/>
            <a:ext cx="1092177" cy="546088"/>
            <a:chOff x="6551988" y="2327695"/>
            <a:chExt cx="1092177" cy="546088"/>
          </a:xfrm>
          <a:solidFill>
            <a:srgbClr val="00B0F0"/>
          </a:solidFill>
        </p:grpSpPr>
        <p:sp>
          <p:nvSpPr>
            <p:cNvPr id="23" name="矩形: 剪去單一角落 22">
              <a:extLst>
                <a:ext uri="{FF2B5EF4-FFF2-40B4-BE49-F238E27FC236}">
                  <a16:creationId xmlns:a16="http://schemas.microsoft.com/office/drawing/2014/main" id="{971759B5-82A4-43F9-BB00-1A6A28421C63}"/>
                </a:ext>
              </a:extLst>
            </p:cNvPr>
            <p:cNvSpPr/>
            <p:nvPr/>
          </p:nvSpPr>
          <p:spPr>
            <a:xfrm>
              <a:off x="6551988" y="2327695"/>
              <a:ext cx="1092177" cy="546088"/>
            </a:xfrm>
            <a:prstGeom prst="rect">
              <a:avLst/>
            </a:prstGeom>
            <a:grpFill/>
            <a:ln w="15875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24" name="矩形: 剪去單一角落 4">
              <a:extLst>
                <a:ext uri="{FF2B5EF4-FFF2-40B4-BE49-F238E27FC236}">
                  <a16:creationId xmlns:a16="http://schemas.microsoft.com/office/drawing/2014/main" id="{FB4CCC34-A0CE-4991-8222-7D805C104E83}"/>
                </a:ext>
              </a:extLst>
            </p:cNvPr>
            <p:cNvSpPr txBox="1"/>
            <p:nvPr/>
          </p:nvSpPr>
          <p:spPr>
            <a:xfrm>
              <a:off x="6551988" y="2373203"/>
              <a:ext cx="1046669" cy="50058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>
              <a:defPPr>
                <a:defRPr lang="en-US"/>
              </a:defPPr>
              <a:lvl1pPr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sz="16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defRPr>
              </a:lvl1pPr>
            </a:lstStyle>
            <a:p>
              <a:r>
                <a:rPr lang="zh-TW" altLang="en-US" dirty="0"/>
                <a:t>重置</a:t>
              </a:r>
            </a:p>
          </p:txBody>
        </p:sp>
      </p:grp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568AE424-FE91-4710-814A-EBCC9D547DE6}"/>
              </a:ext>
            </a:extLst>
          </p:cNvPr>
          <p:cNvCxnSpPr>
            <a:stCxn id="12" idx="2"/>
            <a:endCxn id="20" idx="3"/>
          </p:cNvCxnSpPr>
          <p:nvPr/>
        </p:nvCxnSpPr>
        <p:spPr>
          <a:xfrm flipH="1">
            <a:off x="4352923" y="3702044"/>
            <a:ext cx="1" cy="307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6AF04D6A-BE92-49D3-8F23-E9D0F58C0AA3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3427416" y="4304999"/>
            <a:ext cx="3794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接點: 肘形 26">
            <a:extLst>
              <a:ext uri="{FF2B5EF4-FFF2-40B4-BE49-F238E27FC236}">
                <a16:creationId xmlns:a16="http://schemas.microsoft.com/office/drawing/2014/main" id="{9D6F36F5-BFDA-4E39-BE0D-A7E021A5C9F0}"/>
              </a:ext>
            </a:extLst>
          </p:cNvPr>
          <p:cNvCxnSpPr>
            <a:stCxn id="23" idx="3"/>
            <a:endCxn id="12" idx="1"/>
          </p:cNvCxnSpPr>
          <p:nvPr/>
        </p:nvCxnSpPr>
        <p:spPr>
          <a:xfrm rot="5400000" flipH="1" flipV="1">
            <a:off x="3042604" y="3267725"/>
            <a:ext cx="602955" cy="92550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41C7BB82-AA15-441B-8978-8A7FDEAB8123}"/>
              </a:ext>
            </a:extLst>
          </p:cNvPr>
          <p:cNvGrpSpPr/>
          <p:nvPr/>
        </p:nvGrpSpPr>
        <p:grpSpPr>
          <a:xfrm>
            <a:off x="3784079" y="5003806"/>
            <a:ext cx="1092177" cy="546088"/>
            <a:chOff x="3635874" y="776803"/>
            <a:chExt cx="1092177" cy="546088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4CC3043-16AC-4F27-B9D5-6DD60278DF07}"/>
                </a:ext>
              </a:extLst>
            </p:cNvPr>
            <p:cNvSpPr/>
            <p:nvPr/>
          </p:nvSpPr>
          <p:spPr>
            <a:xfrm>
              <a:off x="3635874" y="776803"/>
              <a:ext cx="1092177" cy="546088"/>
            </a:xfrm>
            <a:prstGeom prst="rect">
              <a:avLst/>
            </a:prstGeom>
            <a:solidFill>
              <a:srgbClr val="E48312">
                <a:hueOff val="0"/>
                <a:satOff val="0"/>
                <a:lumOff val="0"/>
                <a:alphaOff val="0"/>
              </a:srgbClr>
            </a:solidFill>
            <a:ln w="15875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B776C766-668E-4AB9-9591-DAAD3FC16CDF}"/>
                </a:ext>
              </a:extLst>
            </p:cNvPr>
            <p:cNvSpPr txBox="1"/>
            <p:nvPr/>
          </p:nvSpPr>
          <p:spPr>
            <a:xfrm>
              <a:off x="3635874" y="776803"/>
              <a:ext cx="1092177" cy="5460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kern="1200" baseline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</a:rPr>
                <a:t>樣本蒐集</a:t>
              </a:r>
            </a:p>
          </p:txBody>
        </p:sp>
      </p:grp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F21A8263-F9B1-4A9D-871D-C2DC0BA36D22}"/>
              </a:ext>
            </a:extLst>
          </p:cNvPr>
          <p:cNvCxnSpPr>
            <a:endCxn id="30" idx="0"/>
          </p:cNvCxnSpPr>
          <p:nvPr/>
        </p:nvCxnSpPr>
        <p:spPr>
          <a:xfrm flipH="1">
            <a:off x="4330168" y="4555289"/>
            <a:ext cx="1" cy="44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1E0F198F-1069-4C86-8B93-A68F3B2980CA}"/>
              </a:ext>
            </a:extLst>
          </p:cNvPr>
          <p:cNvGrpSpPr/>
          <p:nvPr/>
        </p:nvGrpSpPr>
        <p:grpSpPr>
          <a:xfrm>
            <a:off x="5549910" y="5003806"/>
            <a:ext cx="1092177" cy="546088"/>
            <a:chOff x="5230453" y="2327695"/>
            <a:chExt cx="1092177" cy="546088"/>
          </a:xfrm>
          <a:solidFill>
            <a:srgbClr val="00B0F0"/>
          </a:solidFill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3182CE0E-7AB7-4A97-8FCE-23B88051CBF5}"/>
                </a:ext>
              </a:extLst>
            </p:cNvPr>
            <p:cNvSpPr/>
            <p:nvPr/>
          </p:nvSpPr>
          <p:spPr>
            <a:xfrm>
              <a:off x="5230453" y="2327695"/>
              <a:ext cx="1092177" cy="546088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42721918-CDC8-4A99-BAE3-199BE657C44E}"/>
                </a:ext>
              </a:extLst>
            </p:cNvPr>
            <p:cNvSpPr txBox="1"/>
            <p:nvPr/>
          </p:nvSpPr>
          <p:spPr>
            <a:xfrm>
              <a:off x="5230453" y="2327695"/>
              <a:ext cx="1092177" cy="54608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kern="1200" baseline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模型訓練</a:t>
              </a:r>
            </a:p>
          </p:txBody>
        </p:sp>
      </p:grp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090953DC-0D1E-4F43-BD13-B18E3C82D7CD}"/>
              </a:ext>
            </a:extLst>
          </p:cNvPr>
          <p:cNvGrpSpPr/>
          <p:nvPr/>
        </p:nvGrpSpPr>
        <p:grpSpPr>
          <a:xfrm>
            <a:off x="7274437" y="4031955"/>
            <a:ext cx="1092177" cy="546088"/>
            <a:chOff x="5230453" y="1552249"/>
            <a:chExt cx="1092177" cy="546088"/>
          </a:xfrm>
          <a:solidFill>
            <a:srgbClr val="00B0F0"/>
          </a:solidFill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EEF117E-D703-4DBE-8601-A342F6A9EDF1}"/>
                </a:ext>
              </a:extLst>
            </p:cNvPr>
            <p:cNvSpPr/>
            <p:nvPr/>
          </p:nvSpPr>
          <p:spPr>
            <a:xfrm>
              <a:off x="5230453" y="1552249"/>
              <a:ext cx="1092177" cy="546088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3EE86671-5F11-4563-A279-537860C0D73D}"/>
                </a:ext>
              </a:extLst>
            </p:cNvPr>
            <p:cNvSpPr txBox="1"/>
            <p:nvPr/>
          </p:nvSpPr>
          <p:spPr>
            <a:xfrm>
              <a:off x="5230453" y="1552249"/>
              <a:ext cx="1092177" cy="54608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kern="1200" baseline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模型載入</a:t>
              </a:r>
            </a:p>
          </p:txBody>
        </p: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B4E327EA-7DDA-43E6-AD2A-070881341719}"/>
              </a:ext>
            </a:extLst>
          </p:cNvPr>
          <p:cNvGrpSpPr/>
          <p:nvPr/>
        </p:nvGrpSpPr>
        <p:grpSpPr>
          <a:xfrm>
            <a:off x="7274437" y="4998640"/>
            <a:ext cx="1102801" cy="551254"/>
            <a:chOff x="5219829" y="3097975"/>
            <a:chExt cx="1102801" cy="551254"/>
          </a:xfrm>
          <a:solidFill>
            <a:srgbClr val="00B0F0"/>
          </a:solidFill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A4839B97-0036-4E74-AFE3-F45D204DC229}"/>
                </a:ext>
              </a:extLst>
            </p:cNvPr>
            <p:cNvSpPr/>
            <p:nvPr/>
          </p:nvSpPr>
          <p:spPr>
            <a:xfrm>
              <a:off x="5230453" y="3103141"/>
              <a:ext cx="1092177" cy="546088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79C893D5-A7A9-4CA8-B416-B0A44E8E3E8C}"/>
                </a:ext>
              </a:extLst>
            </p:cNvPr>
            <p:cNvSpPr txBox="1"/>
            <p:nvPr/>
          </p:nvSpPr>
          <p:spPr>
            <a:xfrm>
              <a:off x="5219829" y="3097975"/>
              <a:ext cx="1092177" cy="546088"/>
            </a:xfrm>
            <a:prstGeom prst="rect">
              <a:avLst/>
            </a:prstGeom>
            <a:grpFill/>
            <a:ln>
              <a:solidFill>
                <a:srgbClr val="CC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kern="1200" baseline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模型儲存</a:t>
              </a:r>
            </a:p>
          </p:txBody>
        </p: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59200484-EA83-420D-8C88-06912F8297CD}"/>
              </a:ext>
            </a:extLst>
          </p:cNvPr>
          <p:cNvGrpSpPr/>
          <p:nvPr/>
        </p:nvGrpSpPr>
        <p:grpSpPr>
          <a:xfrm>
            <a:off x="5538533" y="4031955"/>
            <a:ext cx="1103553" cy="547789"/>
            <a:chOff x="5230453" y="3876886"/>
            <a:chExt cx="1103553" cy="547789"/>
          </a:xfrm>
          <a:solidFill>
            <a:srgbClr val="00B0F0"/>
          </a:solidFill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3F01721A-D6CC-405F-8590-9E3DEC3AE593}"/>
                </a:ext>
              </a:extLst>
            </p:cNvPr>
            <p:cNvSpPr/>
            <p:nvPr/>
          </p:nvSpPr>
          <p:spPr>
            <a:xfrm>
              <a:off x="5230453" y="3878587"/>
              <a:ext cx="1092177" cy="546088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C1523DEA-740F-49BE-8AAB-74F8FFCA9C3C}"/>
                </a:ext>
              </a:extLst>
            </p:cNvPr>
            <p:cNvSpPr txBox="1"/>
            <p:nvPr/>
          </p:nvSpPr>
          <p:spPr>
            <a:xfrm>
              <a:off x="5241829" y="3876886"/>
              <a:ext cx="1092177" cy="54608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600" kern="1200" baseline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模型預測</a:t>
              </a:r>
            </a:p>
          </p:txBody>
        </p:sp>
      </p:grpSp>
      <p:sp>
        <p:nvSpPr>
          <p:cNvPr id="45" name="矩形 44">
            <a:extLst>
              <a:ext uri="{FF2B5EF4-FFF2-40B4-BE49-F238E27FC236}">
                <a16:creationId xmlns:a16="http://schemas.microsoft.com/office/drawing/2014/main" id="{85C5C8DF-82E7-4006-8BB6-D48D16C77C72}"/>
              </a:ext>
            </a:extLst>
          </p:cNvPr>
          <p:cNvSpPr/>
          <p:nvPr/>
        </p:nvSpPr>
        <p:spPr>
          <a:xfrm>
            <a:off x="2095500" y="1854194"/>
            <a:ext cx="6772270" cy="294640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A79C9109-1BCB-4E40-BD18-CBCBFCF86169}"/>
              </a:ext>
            </a:extLst>
          </p:cNvPr>
          <p:cNvCxnSpPr>
            <a:stCxn id="30" idx="3"/>
            <a:endCxn id="34" idx="1"/>
          </p:cNvCxnSpPr>
          <p:nvPr/>
        </p:nvCxnSpPr>
        <p:spPr>
          <a:xfrm>
            <a:off x="4876256" y="5276850"/>
            <a:ext cx="6736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4C61CED9-0C97-4BE1-9F37-141A0E54AE32}"/>
              </a:ext>
            </a:extLst>
          </p:cNvPr>
          <p:cNvCxnSpPr>
            <a:stCxn id="34" idx="3"/>
            <a:endCxn id="40" idx="1"/>
          </p:cNvCxnSpPr>
          <p:nvPr/>
        </p:nvCxnSpPr>
        <p:spPr>
          <a:xfrm flipV="1">
            <a:off x="6642087" y="5271684"/>
            <a:ext cx="632350" cy="5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9C544DE0-FEE7-42F5-827D-5B2E408CF336}"/>
              </a:ext>
            </a:extLst>
          </p:cNvPr>
          <p:cNvCxnSpPr>
            <a:cxnSpLocks/>
            <a:stCxn id="40" idx="0"/>
            <a:endCxn id="37" idx="2"/>
          </p:cNvCxnSpPr>
          <p:nvPr/>
        </p:nvCxnSpPr>
        <p:spPr>
          <a:xfrm flipV="1">
            <a:off x="7820526" y="4578043"/>
            <a:ext cx="0" cy="420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E0129DAB-9C65-4EC5-BF17-FD58999BD540}"/>
              </a:ext>
            </a:extLst>
          </p:cNvPr>
          <p:cNvCxnSpPr>
            <a:stCxn id="37" idx="1"/>
            <a:endCxn id="42" idx="3"/>
          </p:cNvCxnSpPr>
          <p:nvPr/>
        </p:nvCxnSpPr>
        <p:spPr>
          <a:xfrm flipH="1">
            <a:off x="6630710" y="4304999"/>
            <a:ext cx="643727" cy="1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5E0A28A7-C2AB-4F7B-8E7F-46C34CB15EC2}"/>
              </a:ext>
            </a:extLst>
          </p:cNvPr>
          <p:cNvCxnSpPr>
            <a:stCxn id="43" idx="0"/>
            <a:endCxn id="5" idx="2"/>
          </p:cNvCxnSpPr>
          <p:nvPr/>
        </p:nvCxnSpPr>
        <p:spPr>
          <a:xfrm flipV="1">
            <a:off x="6095998" y="3702044"/>
            <a:ext cx="2" cy="329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5CBEC7EF-8FDB-4BE8-BD8A-57303BC29041}"/>
              </a:ext>
            </a:extLst>
          </p:cNvPr>
          <p:cNvSpPr txBox="1"/>
          <p:nvPr/>
        </p:nvSpPr>
        <p:spPr>
          <a:xfrm>
            <a:off x="2122272" y="1868608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PINGPONG</a:t>
            </a:r>
            <a:endParaRPr lang="zh-TW" alt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B02834F7-4AAB-42F1-B3E6-713F99A759A3}"/>
              </a:ext>
            </a:extLst>
          </p:cNvPr>
          <p:cNvSpPr txBox="1"/>
          <p:nvPr/>
        </p:nvSpPr>
        <p:spPr>
          <a:xfrm>
            <a:off x="8320979" y="5362645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KNN</a:t>
            </a:r>
            <a:endParaRPr lang="zh-TW" altLang="en-US" dirty="0"/>
          </a:p>
        </p:txBody>
      </p:sp>
      <p:cxnSp>
        <p:nvCxnSpPr>
          <p:cNvPr id="55" name="接點: 肘形 54">
            <a:extLst>
              <a:ext uri="{FF2B5EF4-FFF2-40B4-BE49-F238E27FC236}">
                <a16:creationId xmlns:a16="http://schemas.microsoft.com/office/drawing/2014/main" id="{2486C813-F7E8-48C5-B99E-6F4E48D26D13}"/>
              </a:ext>
            </a:extLst>
          </p:cNvPr>
          <p:cNvCxnSpPr>
            <a:stCxn id="16" idx="3"/>
          </p:cNvCxnSpPr>
          <p:nvPr/>
        </p:nvCxnSpPr>
        <p:spPr>
          <a:xfrm>
            <a:off x="6642087" y="2237940"/>
            <a:ext cx="330213" cy="20670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0C19242D-08DE-4AD9-8D41-70A5920B478E}"/>
              </a:ext>
            </a:extLst>
          </p:cNvPr>
          <p:cNvSpPr/>
          <p:nvPr/>
        </p:nvSpPr>
        <p:spPr>
          <a:xfrm>
            <a:off x="5224461" y="3855622"/>
            <a:ext cx="3643309" cy="184985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2832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306119-ADC7-5659-2FDD-0DD96E22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Model-KNN</a:t>
            </a:r>
            <a:r>
              <a:rPr lang="zh-TW" altLang="en-US" dirty="0"/>
              <a:t>分類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43A01DB-6DE5-471B-A48A-4D6517B7C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3" y="2064552"/>
            <a:ext cx="3743847" cy="188621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8BAE49C-4000-4415-BB5A-F12736218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910" y="2360667"/>
            <a:ext cx="3658111" cy="143847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7986D27-F5D0-4302-B2CA-EF841218C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700" y="2532141"/>
            <a:ext cx="4039164" cy="126700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05922768-F3DA-40C6-A6AC-5833E64D5BB4}"/>
              </a:ext>
            </a:extLst>
          </p:cNvPr>
          <p:cNvSpPr txBox="1"/>
          <p:nvPr/>
        </p:nvSpPr>
        <p:spPr>
          <a:xfrm>
            <a:off x="652191" y="3962320"/>
            <a:ext cx="2402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i="0" dirty="0">
                <a:solidFill>
                  <a:srgbClr val="242424"/>
                </a:solidFill>
                <a:effectLst/>
                <a:latin typeface="sohne"/>
              </a:rPr>
              <a:t>Euclidean distance</a:t>
            </a:r>
          </a:p>
          <a:p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950ECDC-D70D-470D-AEE2-723D79237E1B}"/>
              </a:ext>
            </a:extLst>
          </p:cNvPr>
          <p:cNvSpPr txBox="1"/>
          <p:nvPr/>
        </p:nvSpPr>
        <p:spPr>
          <a:xfrm>
            <a:off x="4660200" y="3953355"/>
            <a:ext cx="2151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i="0" dirty="0">
                <a:solidFill>
                  <a:srgbClr val="242424"/>
                </a:solidFill>
                <a:effectLst/>
                <a:latin typeface="sohne"/>
              </a:rPr>
              <a:t>Manhattan distance</a:t>
            </a:r>
          </a:p>
          <a:p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E440F5E-713F-4925-B5C0-CBAE9D579B4B}"/>
              </a:ext>
            </a:extLst>
          </p:cNvPr>
          <p:cNvSpPr txBox="1"/>
          <p:nvPr/>
        </p:nvSpPr>
        <p:spPr>
          <a:xfrm>
            <a:off x="8785412" y="3947593"/>
            <a:ext cx="2476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i="0" dirty="0">
                <a:solidFill>
                  <a:srgbClr val="242424"/>
                </a:solidFill>
                <a:effectLst/>
                <a:latin typeface="sohne"/>
              </a:rPr>
              <a:t>Minkowski distance</a:t>
            </a:r>
          </a:p>
          <a:p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41DAEA8-2FD5-4B29-9B25-86287AF79751}"/>
              </a:ext>
            </a:extLst>
          </p:cNvPr>
          <p:cNvSpPr/>
          <p:nvPr/>
        </p:nvSpPr>
        <p:spPr>
          <a:xfrm>
            <a:off x="163063" y="1882588"/>
            <a:ext cx="11865874" cy="28776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FFFC7231-3E72-4956-8CB4-A63711DCD95A}"/>
              </a:ext>
            </a:extLst>
          </p:cNvPr>
          <p:cNvCxnSpPr/>
          <p:nvPr/>
        </p:nvCxnSpPr>
        <p:spPr>
          <a:xfrm>
            <a:off x="3765176" y="1882588"/>
            <a:ext cx="0" cy="28776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830E91B1-6D54-4214-A0C1-B9C77214A4FF}"/>
              </a:ext>
            </a:extLst>
          </p:cNvPr>
          <p:cNvCxnSpPr/>
          <p:nvPr/>
        </p:nvCxnSpPr>
        <p:spPr>
          <a:xfrm>
            <a:off x="7814700" y="1882588"/>
            <a:ext cx="0" cy="28776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AF59C0B-BB1C-4C98-8E38-961DD2979F00}"/>
              </a:ext>
            </a:extLst>
          </p:cNvPr>
          <p:cNvSpPr txBox="1"/>
          <p:nvPr/>
        </p:nvSpPr>
        <p:spPr>
          <a:xfrm>
            <a:off x="1766049" y="5145742"/>
            <a:ext cx="806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p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是任意常數，當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p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為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1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時就會變成曼哈頓距離；當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p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為二時就會變成歐式距離。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EAC73375-0C43-4F55-869D-1D7B496D2ED6}"/>
                  </a:ext>
                </a:extLst>
              </p:cNvPr>
              <p:cNvSpPr txBox="1"/>
              <p:nvPr/>
            </p:nvSpPr>
            <p:spPr>
              <a:xfrm>
                <a:off x="1718993" y="5710518"/>
                <a:ext cx="1676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:</a:t>
                </a:r>
                <a:r>
                  <a:rPr lang="zh-TW" altLang="en-US" dirty="0"/>
                  <a:t>特徵向量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:</a:t>
                </a:r>
                <a:r>
                  <a:rPr lang="zh-TW" altLang="en-US" dirty="0"/>
                  <a:t>對應的類別</a:t>
                </a: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EAC73375-0C43-4F55-869D-1D7B496D2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993" y="5710518"/>
                <a:ext cx="1676400" cy="646331"/>
              </a:xfrm>
              <a:prstGeom prst="rect">
                <a:avLst/>
              </a:prstGeom>
              <a:blipFill>
                <a:blip r:embed="rId5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9014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AA568E-A50F-48FD-968C-1873DBB68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Model-KNN</a:t>
            </a:r>
            <a:r>
              <a:rPr lang="zh-TW" altLang="en-US" dirty="0"/>
              <a:t>回歸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F770C54-2DDB-4217-A965-F470444CA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0504" y="2272604"/>
            <a:ext cx="2285920" cy="1180312"/>
          </a:xfrm>
          <a:ln w="19050">
            <a:solidFill>
              <a:srgbClr val="FF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6FE94CA-5CB3-4D6B-B38F-DC000EA15434}"/>
                  </a:ext>
                </a:extLst>
              </p:cNvPr>
              <p:cNvSpPr txBox="1"/>
              <p:nvPr/>
            </p:nvSpPr>
            <p:spPr>
              <a:xfrm>
                <a:off x="4983520" y="2262595"/>
                <a:ext cx="228592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:</a:t>
                </a:r>
                <a:r>
                  <a:rPr lang="zh-TW" altLang="en-US" dirty="0"/>
                  <a:t>預測值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</m:oMath>
                </a14:m>
                <a:r>
                  <a:rPr lang="en-US" altLang="zh-TW" dirty="0"/>
                  <a:t>:</a:t>
                </a:r>
                <a:r>
                  <a:rPr lang="zh-TW" altLang="en-US" dirty="0"/>
                  <a:t>最終預測值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b="0" i="0" dirty="0">
                    <a:solidFill>
                      <a:srgbClr val="242424"/>
                    </a:solidFill>
                    <a:effectLst/>
                    <a:latin typeface="source-serif-pro"/>
                  </a:rPr>
                  <a:t>K:</a:t>
                </a:r>
                <a:r>
                  <a:rPr lang="zh-TW" altLang="en-US" b="0" i="0" dirty="0">
                    <a:solidFill>
                      <a:srgbClr val="242424"/>
                    </a:solidFill>
                    <a:effectLst/>
                    <a:latin typeface="source-serif-pro"/>
                  </a:rPr>
                  <a:t>鄰近資料的個數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6FE94CA-5CB3-4D6B-B38F-DC000EA15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520" y="2262595"/>
                <a:ext cx="2285920" cy="1200329"/>
              </a:xfrm>
              <a:prstGeom prst="rect">
                <a:avLst/>
              </a:prstGeom>
              <a:blipFill>
                <a:blip r:embed="rId3"/>
                <a:stretch>
                  <a:fillRect l="-2406" t="-2538" b="-71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0535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FD4A33-93DD-ACB1-48B5-9378D9998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驗收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919649-1590-1E8A-9779-50BA3167C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TW" altLang="en-US" dirty="0"/>
              <a:t>根據需求進行單元測試，完成需求驗收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驗收條件是從功能角度出發，確保每項功能都能夠符合設計需求，並提供準確、穩定的操作。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61160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5F9918-F957-41F0-9896-8F1FFD43A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1. </a:t>
            </a:r>
            <a:r>
              <a:rPr lang="zh-TW" altLang="en-US" b="1" dirty="0"/>
              <a:t>球拍能夠左右移動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A529C5-4E67-4AFF-9D8C-28C7EBE32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TW" b="1" dirty="0"/>
              <a:t>1. </a:t>
            </a:r>
            <a:r>
              <a:rPr lang="zh-TW" altLang="en-US" b="1" dirty="0"/>
              <a:t>球拍能夠左右平移</a:t>
            </a:r>
          </a:p>
          <a:p>
            <a:pPr>
              <a:lnSpc>
                <a:spcPct val="150000"/>
              </a:lnSpc>
            </a:pPr>
            <a:r>
              <a:rPr lang="zh-TW" altLang="en-US" b="1" dirty="0"/>
              <a:t>功能描述：</a:t>
            </a:r>
            <a:br>
              <a:rPr lang="zh-TW" altLang="en-US" dirty="0"/>
            </a:br>
            <a:r>
              <a:rPr lang="zh-TW" altLang="en-US" dirty="0"/>
              <a:t>球拍能夠在水平軸上進行左右平移，並能夠準確地跟隨球的運動軌跡進行調整，保持對球的控制。</a:t>
            </a:r>
          </a:p>
          <a:p>
            <a:pPr>
              <a:lnSpc>
                <a:spcPct val="150000"/>
              </a:lnSpc>
            </a:pPr>
            <a:r>
              <a:rPr lang="zh-TW" altLang="en-US" b="1" dirty="0"/>
              <a:t>驗收條件：</a:t>
            </a:r>
            <a:endParaRPr lang="zh-TW" altLang="en-US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平移範圍</a:t>
            </a:r>
            <a:r>
              <a:rPr lang="zh-TW" altLang="en-US" dirty="0"/>
              <a:t>：球拍必須能夠在預定的範圍內平移，並且在此範圍內運行平穩。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反應速度</a:t>
            </a:r>
            <a:r>
              <a:rPr lang="zh-TW" altLang="en-US" dirty="0"/>
              <a:t>：球拍的左右平移應具備即時反應能力，對發球或回擊過來的球能夠迅速做出調整，且無顯著延遲。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精確度</a:t>
            </a:r>
            <a:r>
              <a:rPr lang="zh-TW" altLang="en-US" dirty="0"/>
              <a:t>：球拍的平移過程應保持高精度，確保其能夠準確地與球的接觸點對齊。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穩定性</a:t>
            </a:r>
            <a:r>
              <a:rPr lang="zh-TW" altLang="en-US" dirty="0"/>
              <a:t>：無論在高速度或突發情況下，球拍的平移功能應穩定運作，不會有跳動、錯位或卡頓現象。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2919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8D2A2-F877-40D0-8834-ECA341F0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 </a:t>
            </a:r>
            <a:r>
              <a:rPr lang="zh-TW" altLang="en-US" b="1" dirty="0"/>
              <a:t>發球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0D7CC7-E6A7-4C84-AD21-BBFDA13FB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b="1" dirty="0"/>
              <a:t>功能描述：</a:t>
            </a:r>
            <a:br>
              <a:rPr lang="zh-TW" altLang="en-US" dirty="0"/>
            </a:br>
            <a:r>
              <a:rPr lang="zh-TW" altLang="en-US" dirty="0"/>
              <a:t>可以進行發球操作，並且發球能夠依照設置的規範與預期進行。</a:t>
            </a:r>
          </a:p>
          <a:p>
            <a:pPr>
              <a:lnSpc>
                <a:spcPct val="150000"/>
              </a:lnSpc>
            </a:pPr>
            <a:r>
              <a:rPr lang="zh-TW" altLang="en-US" b="1" dirty="0"/>
              <a:t>驗收條件：</a:t>
            </a:r>
            <a:endParaRPr lang="zh-TW" altLang="en-US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發球準確性</a:t>
            </a:r>
            <a:r>
              <a:rPr lang="zh-TW" altLang="en-US" dirty="0"/>
              <a:t>：發出的球應符合設置的發球方向、時間。</a:t>
            </a:r>
            <a:endParaRPr lang="en-US" altLang="zh-TW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發球穩定性</a:t>
            </a:r>
            <a:r>
              <a:rPr lang="zh-TW" altLang="en-US" dirty="0"/>
              <a:t>：無論操作次數多少，發球機制應無故障。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2115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5FFA92-FA72-4F39-B966-9B26B7BD4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 </a:t>
            </a:r>
            <a:r>
              <a:rPr lang="zh-TW" altLang="en-US" b="1" dirty="0"/>
              <a:t>預測球落點位置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22B33A-1095-4268-8268-54457D768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b="1" dirty="0"/>
              <a:t>功能描述：</a:t>
            </a:r>
            <a:br>
              <a:rPr lang="zh-TW" altLang="en-US" dirty="0"/>
            </a:br>
            <a:r>
              <a:rPr lang="zh-TW" altLang="en-US" dirty="0"/>
              <a:t>系統能夠準確預測來球在擊中地面後的落點位置，並根據此落點指導球拍操作。</a:t>
            </a:r>
          </a:p>
          <a:p>
            <a:pPr>
              <a:lnSpc>
                <a:spcPct val="150000"/>
              </a:lnSpc>
            </a:pPr>
            <a:r>
              <a:rPr lang="zh-TW" altLang="en-US" b="1" dirty="0"/>
              <a:t>驗收條件：</a:t>
            </a:r>
            <a:endParaRPr lang="zh-TW" altLang="en-US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預測精度</a:t>
            </a:r>
            <a:r>
              <a:rPr lang="zh-TW" altLang="en-US" dirty="0"/>
              <a:t>：系統能夠根據球的速度、角度、彈性等因素準確預測反彈軌跡，誤差範圍應在可接受的範圍內。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反應時間</a:t>
            </a:r>
            <a:r>
              <a:rPr lang="zh-TW" altLang="en-US" dirty="0"/>
              <a:t>：系統應在極短時間內計算並預測的落點位置。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穩定性</a:t>
            </a:r>
            <a:r>
              <a:rPr lang="zh-TW" altLang="en-US" dirty="0"/>
              <a:t>：無論球速多快，預測結果應始終穩定且一致。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2481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042546-358D-48DB-801D-5AA7979A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 </a:t>
            </a:r>
            <a:r>
              <a:rPr lang="zh-TW" altLang="en-US" b="1" dirty="0"/>
              <a:t>預測對方回擊路線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CC763D-4CD4-4FE5-A7C0-A40FF325F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b="1" dirty="0"/>
              <a:t>功能描述：</a:t>
            </a:r>
            <a:br>
              <a:rPr lang="zh-TW" altLang="en-US" dirty="0"/>
            </a:br>
            <a:r>
              <a:rPr lang="zh-TW" altLang="en-US" dirty="0"/>
              <a:t>系統能夠預測對手回擊的球路，包括球的速度、方向和角度，並根據此信息調整球拍位置。</a:t>
            </a:r>
          </a:p>
          <a:p>
            <a:pPr>
              <a:lnSpc>
                <a:spcPct val="150000"/>
              </a:lnSpc>
            </a:pPr>
            <a:r>
              <a:rPr lang="zh-TW" altLang="en-US" b="1" dirty="0"/>
              <a:t>驗收條件：</a:t>
            </a:r>
            <a:endParaRPr lang="zh-TW" altLang="en-US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準確度</a:t>
            </a:r>
            <a:r>
              <a:rPr lang="zh-TW" altLang="en-US" dirty="0"/>
              <a:t>：</a:t>
            </a:r>
            <a:r>
              <a:rPr lang="en-US" altLang="zh-TW" dirty="0"/>
              <a:t>AI</a:t>
            </a:r>
            <a:r>
              <a:rPr lang="zh-TW" altLang="en-US" dirty="0"/>
              <a:t>能夠準確預測對手回擊的方向、角度與速度，誤差範圍應小於可接受的限度（例如誤差範圍小於</a:t>
            </a:r>
            <a:r>
              <a:rPr lang="en-US" altLang="zh-TW" dirty="0"/>
              <a:t>5</a:t>
            </a:r>
            <a:r>
              <a:rPr lang="zh-TW" altLang="en-US" dirty="0"/>
              <a:t>或</a:t>
            </a:r>
            <a:r>
              <a:rPr lang="en-US" altLang="zh-TW" dirty="0"/>
              <a:t>1</a:t>
            </a:r>
            <a:r>
              <a:rPr lang="zh-TW" altLang="en-US" dirty="0"/>
              <a:t>）。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即時性</a:t>
            </a:r>
            <a:r>
              <a:rPr lang="zh-TW" altLang="en-US" dirty="0"/>
              <a:t>：預測必須在對手回擊動作完成後的瞬間即時更新，無延遲現象。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/>
              <a:t>預測穩定性</a:t>
            </a:r>
            <a:r>
              <a:rPr lang="zh-TW" altLang="en-US" dirty="0"/>
              <a:t>：系統預測的回擊路線應穩定可靠，不受外部因素如環境變化或隨機性影響</a:t>
            </a:r>
            <a:r>
              <a:rPr lang="en-US" altLang="zh-TW" dirty="0"/>
              <a:t>(</a:t>
            </a:r>
            <a:r>
              <a:rPr lang="zh-TW" altLang="en-US" dirty="0"/>
              <a:t>障礙物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11776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95989D-6703-4416-B4A0-76C4AE52C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樣本蒐集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974C88-11FB-451D-BC43-833C59007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樣本蒐集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記錄每幀的球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座標、球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Y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座標、球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向速度、球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Y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向速度、第幾幀、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預測的落點座標</a:t>
            </a:r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8079492-6306-BB6D-54C9-01DD1128A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931235"/>
            <a:ext cx="2010056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76922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848</TotalTime>
  <Words>698</Words>
  <Application>Microsoft Office PowerPoint</Application>
  <PresentationFormat>寬螢幕</PresentationFormat>
  <Paragraphs>113</Paragraphs>
  <Slides>14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5" baseType="lpstr">
      <vt:lpstr>sohne</vt:lpstr>
      <vt:lpstr>source-serif-pro</vt:lpstr>
      <vt:lpstr>標楷體</vt:lpstr>
      <vt:lpstr>Aptos</vt:lpstr>
      <vt:lpstr>Arial</vt:lpstr>
      <vt:lpstr>Calibri</vt:lpstr>
      <vt:lpstr>Calibri Light</vt:lpstr>
      <vt:lpstr>Cambria Math</vt:lpstr>
      <vt:lpstr>Roboto</vt:lpstr>
      <vt:lpstr>Times New Roman</vt:lpstr>
      <vt:lpstr>回顧</vt:lpstr>
      <vt:lpstr>乒乓BATTLE</vt:lpstr>
      <vt:lpstr>需求</vt:lpstr>
      <vt:lpstr>介面</vt:lpstr>
      <vt:lpstr>Breakdown</vt:lpstr>
      <vt:lpstr>架構圖-樣本蒐集</vt:lpstr>
      <vt:lpstr>架構圖-模型測試</vt:lpstr>
      <vt:lpstr>Model-KNN分類</vt:lpstr>
      <vt:lpstr>Model-KNN回歸</vt:lpstr>
      <vt:lpstr>驗收</vt:lpstr>
      <vt:lpstr>1. 球拍能夠左右移動</vt:lpstr>
      <vt:lpstr>2. 發球</vt:lpstr>
      <vt:lpstr>3. 預測球落點位置</vt:lpstr>
      <vt:lpstr>4. 預測對方回擊路線</vt:lpstr>
      <vt:lpstr>樣本蒐集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乒乓BATTLE</dc:title>
  <dc:creator>F113112134</dc:creator>
  <cp:lastModifiedBy>Yuan Kang</cp:lastModifiedBy>
  <cp:revision>46</cp:revision>
  <dcterms:created xsi:type="dcterms:W3CDTF">2025-11-19T08:04:07Z</dcterms:created>
  <dcterms:modified xsi:type="dcterms:W3CDTF">2026-01-07T12:55:44Z</dcterms:modified>
</cp:coreProperties>
</file>