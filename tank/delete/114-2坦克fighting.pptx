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9575E-4031-488E-9460-E7913FE069FD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EAF47-8A3C-4AF1-B84C-F26D1B307D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72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998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3230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55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3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0113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137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425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603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41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43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52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004B302-8167-434D-9FEA-932B89CEE156}" type="datetimeFigureOut">
              <a:rPr lang="zh-TW" altLang="en-US" smtClean="0"/>
              <a:t>2025/11/19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F00CB67-7722-44A3-BAAD-CD180EF4A83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19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D379150-F6B4-45C8-BE10-6B278AD40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FFCF544-A370-4A5D-A95F-CA6E0E719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EEB3B97-A638-498B-8083-54191CE71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3B5661B-665A-99BB-1718-184626BB4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3600" dirty="0">
                <a:solidFill>
                  <a:srgbClr val="FFFFFF"/>
                </a:solidFill>
              </a:rPr>
              <a:t>Tank Fighting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FB4E6A8-20BB-9CE2-132F-6D7DB7AC3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71" y="2653800"/>
            <a:ext cx="3084844" cy="3335519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指導教授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陳朝烈 教授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組長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余立凱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組員 </a:t>
            </a:r>
            <a:r>
              <a:rPr lang="en-US" altLang="zh-TW" sz="1500" dirty="0">
                <a:solidFill>
                  <a:srgbClr val="FFFFFF"/>
                </a:solidFill>
                <a:latin typeface="+mn-lt"/>
              </a:rPr>
              <a:t>: </a:t>
            </a:r>
            <a:r>
              <a:rPr lang="zh-TW" altLang="en-US" sz="1500" dirty="0">
                <a:solidFill>
                  <a:srgbClr val="FFFFFF"/>
                </a:solidFill>
                <a:latin typeface="+mn-lt"/>
              </a:rPr>
              <a:t>康佳元</a:t>
            </a:r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  <a:p>
            <a:endParaRPr lang="en-US" altLang="zh-TW" sz="15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8B7E27-A76C-1DD9-6703-63FDEC366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401" y="628040"/>
            <a:ext cx="7309466" cy="510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66A8D-A1C8-2A1A-B6A4-4019A2D2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657FF-7C4C-D11E-C2D1-163F66B44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功能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控制坦克車進行移動</a:t>
            </a:r>
            <a:endParaRPr lang="en-US" altLang="zh-TW" dirty="0"/>
          </a:p>
          <a:p>
            <a:pPr lvl="1"/>
            <a:r>
              <a:rPr lang="zh-TW" altLang="en-US" dirty="0"/>
              <a:t>能發射砲彈</a:t>
            </a:r>
            <a:endParaRPr lang="en-US" altLang="zh-TW" dirty="0"/>
          </a:p>
          <a:p>
            <a:pPr lvl="1"/>
            <a:r>
              <a:rPr lang="zh-TW" altLang="en-US" dirty="0"/>
              <a:t>閃躲</a:t>
            </a:r>
            <a:endParaRPr lang="en-US" altLang="zh-TW" dirty="0"/>
          </a:p>
          <a:p>
            <a:pPr lvl="1"/>
            <a:r>
              <a:rPr lang="zh-TW" altLang="en-US" dirty="0"/>
              <a:t>追蹤燃油或彈藥箱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系統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Window10</a:t>
            </a:r>
            <a:r>
              <a:rPr lang="zh-TW" altLang="en-US" dirty="0"/>
              <a:t>、</a:t>
            </a:r>
            <a:r>
              <a:rPr lang="en-US" altLang="zh-TW" dirty="0"/>
              <a:t>11</a:t>
            </a:r>
          </a:p>
          <a:p>
            <a:r>
              <a:rPr lang="en-US" altLang="zh-TW" dirty="0"/>
              <a:t>Python3.12 ~ 3.14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9BCB5A-571C-477D-D0B4-0F8F345BD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0CB67-7722-44A3-BAAD-CD180EF4A83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3147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1C6D3-B692-83C9-92EF-FD173EEB0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Breakdown</a:t>
            </a:r>
            <a:endParaRPr lang="zh-TW" altLang="en-US" dirty="0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79B3F54-103C-5612-8387-B0A002B902E8}"/>
              </a:ext>
            </a:extLst>
          </p:cNvPr>
          <p:cNvSpPr/>
          <p:nvPr/>
        </p:nvSpPr>
        <p:spPr>
          <a:xfrm>
            <a:off x="5221317" y="1737360"/>
            <a:ext cx="1992285" cy="80356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Tank fighting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F88D577-1E1D-5032-0EC3-D506E49C56FA}"/>
              </a:ext>
            </a:extLst>
          </p:cNvPr>
          <p:cNvSpPr/>
          <p:nvPr/>
        </p:nvSpPr>
        <p:spPr>
          <a:xfrm>
            <a:off x="5221317" y="3027217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遊戲規則</a:t>
            </a:r>
            <a:endParaRPr lang="en-US" altLang="zh-TW" dirty="0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484A1C8-3C27-6AA6-11A3-E486C3569B35}"/>
              </a:ext>
            </a:extLst>
          </p:cNvPr>
          <p:cNvSpPr/>
          <p:nvPr/>
        </p:nvSpPr>
        <p:spPr>
          <a:xfrm>
            <a:off x="1050034" y="3057244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物件</a:t>
            </a:r>
            <a:endParaRPr lang="en-US" altLang="zh-TW" dirty="0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A1D1E85-DDB5-6AD2-150D-9EB57F4781B8}"/>
              </a:ext>
            </a:extLst>
          </p:cNvPr>
          <p:cNvSpPr/>
          <p:nvPr/>
        </p:nvSpPr>
        <p:spPr>
          <a:xfrm>
            <a:off x="9095969" y="3045693"/>
            <a:ext cx="1992285" cy="80356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action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BF45171-C4A6-CBEB-397D-1A61B89A8110}"/>
              </a:ext>
            </a:extLst>
          </p:cNvPr>
          <p:cNvSpPr/>
          <p:nvPr/>
        </p:nvSpPr>
        <p:spPr>
          <a:xfrm>
            <a:off x="2047588" y="4576629"/>
            <a:ext cx="1185950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tank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907F03F-8BC4-573D-9871-0F7018E4479F}"/>
              </a:ext>
            </a:extLst>
          </p:cNvPr>
          <p:cNvSpPr/>
          <p:nvPr/>
        </p:nvSpPr>
        <p:spPr>
          <a:xfrm>
            <a:off x="603410" y="4590470"/>
            <a:ext cx="1373692" cy="53016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ammunition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9D9E5B7-E25C-AC14-A7CD-EE166864E89C}"/>
              </a:ext>
            </a:extLst>
          </p:cNvPr>
          <p:cNvSpPr/>
          <p:nvPr/>
        </p:nvSpPr>
        <p:spPr>
          <a:xfrm>
            <a:off x="1" y="4590473"/>
            <a:ext cx="525554" cy="5301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oil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511340-3241-56F8-BC29-9BBADB1C9236}"/>
              </a:ext>
            </a:extLst>
          </p:cNvPr>
          <p:cNvSpPr/>
          <p:nvPr/>
        </p:nvSpPr>
        <p:spPr>
          <a:xfrm>
            <a:off x="6620626" y="4325391"/>
            <a:ext cx="1775830" cy="59201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擊中敵人</a:t>
            </a:r>
            <a:r>
              <a:rPr lang="en-US" altLang="zh-TW" dirty="0"/>
              <a:t>+20</a:t>
            </a:r>
            <a:r>
              <a:rPr lang="zh-TW" altLang="en-US" dirty="0"/>
              <a:t>分</a:t>
            </a:r>
            <a:endParaRPr lang="en-US" altLang="zh-TW" dirty="0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67FEBA6-7947-6153-710F-8B9C4036C005}"/>
              </a:ext>
            </a:extLst>
          </p:cNvPr>
          <p:cNvSpPr/>
          <p:nvPr/>
        </p:nvSpPr>
        <p:spPr>
          <a:xfrm>
            <a:off x="4419463" y="4334624"/>
            <a:ext cx="1733664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擊中牆壁</a:t>
            </a:r>
            <a:r>
              <a:rPr lang="en-US" altLang="zh-TW" dirty="0"/>
              <a:t>+1</a:t>
            </a:r>
            <a:r>
              <a:rPr lang="zh-TW" altLang="en-US" dirty="0"/>
              <a:t>分</a:t>
            </a:r>
            <a:endParaRPr lang="en-US" altLang="zh-TW" dirty="0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94949EB-2454-C585-9CE4-ECBC1BDFCC6C}"/>
              </a:ext>
            </a:extLst>
          </p:cNvPr>
          <p:cNvSpPr/>
          <p:nvPr/>
        </p:nvSpPr>
        <p:spPr>
          <a:xfrm>
            <a:off x="8648005" y="4325391"/>
            <a:ext cx="1364213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移動戰車</a:t>
            </a:r>
            <a:endParaRPr lang="en-US" altLang="zh-TW" dirty="0"/>
          </a:p>
        </p:txBody>
      </p: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406AF3E0-C834-0C01-85E2-850BB156E9BB}"/>
              </a:ext>
            </a:extLst>
          </p:cNvPr>
          <p:cNvCxnSpPr>
            <a:cxnSpLocks/>
          </p:cNvCxnSpPr>
          <p:nvPr/>
        </p:nvCxnSpPr>
        <p:spPr>
          <a:xfrm flipV="1">
            <a:off x="2046177" y="2687782"/>
            <a:ext cx="8073643" cy="300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CD79C35-76D8-CB3B-A99A-594F9E0E1235}"/>
              </a:ext>
            </a:extLst>
          </p:cNvPr>
          <p:cNvCxnSpPr>
            <a:stCxn id="8" idx="0"/>
            <a:endCxn id="4" idx="2"/>
          </p:cNvCxnSpPr>
          <p:nvPr/>
        </p:nvCxnSpPr>
        <p:spPr>
          <a:xfrm flipV="1">
            <a:off x="6217460" y="2540923"/>
            <a:ext cx="0" cy="486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663FC469-E574-2D28-152E-D9D81411CB3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046177" y="2717809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935C5FE5-EB1B-273F-1578-A5CEE775892D}"/>
              </a:ext>
            </a:extLst>
          </p:cNvPr>
          <p:cNvCxnSpPr>
            <a:cxnSpLocks/>
          </p:cNvCxnSpPr>
          <p:nvPr/>
        </p:nvCxnSpPr>
        <p:spPr>
          <a:xfrm>
            <a:off x="10119820" y="2687782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94156A82-0F3B-2BDA-D10B-D839FE1C1CC9}"/>
              </a:ext>
            </a:extLst>
          </p:cNvPr>
          <p:cNvCxnSpPr>
            <a:cxnSpLocks/>
          </p:cNvCxnSpPr>
          <p:nvPr/>
        </p:nvCxnSpPr>
        <p:spPr>
          <a:xfrm flipV="1">
            <a:off x="1289796" y="4199312"/>
            <a:ext cx="0" cy="4119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D4360974-0C77-C0C3-3B47-C3354B0D3929}"/>
              </a:ext>
            </a:extLst>
          </p:cNvPr>
          <p:cNvCxnSpPr>
            <a:cxnSpLocks/>
          </p:cNvCxnSpPr>
          <p:nvPr/>
        </p:nvCxnSpPr>
        <p:spPr>
          <a:xfrm flipV="1">
            <a:off x="262778" y="4196783"/>
            <a:ext cx="3566799" cy="103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246A141B-765D-B865-3836-E55023E8EADF}"/>
              </a:ext>
            </a:extLst>
          </p:cNvPr>
          <p:cNvCxnSpPr>
            <a:endCxn id="11" idx="0"/>
          </p:cNvCxnSpPr>
          <p:nvPr/>
        </p:nvCxnSpPr>
        <p:spPr>
          <a:xfrm>
            <a:off x="2640563" y="4196783"/>
            <a:ext cx="0" cy="379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4D7AE7FF-1787-8C8A-6DD2-0B78AC42ADCE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262778" y="4207168"/>
            <a:ext cx="0" cy="383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C60F01B7-85B1-01DA-2DB9-A73218273BF8}"/>
              </a:ext>
            </a:extLst>
          </p:cNvPr>
          <p:cNvCxnSpPr>
            <a:cxnSpLocks/>
          </p:cNvCxnSpPr>
          <p:nvPr/>
        </p:nvCxnSpPr>
        <p:spPr>
          <a:xfrm>
            <a:off x="5221317" y="4064000"/>
            <a:ext cx="2266140" cy="92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96030242-EE25-98CD-53E1-EEFD1C11DA9C}"/>
              </a:ext>
            </a:extLst>
          </p:cNvPr>
          <p:cNvCxnSpPr/>
          <p:nvPr/>
        </p:nvCxnSpPr>
        <p:spPr>
          <a:xfrm>
            <a:off x="5221317" y="4073236"/>
            <a:ext cx="0" cy="25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6345C951-596C-FE14-712B-7DFE1DE26173}"/>
              </a:ext>
            </a:extLst>
          </p:cNvPr>
          <p:cNvCxnSpPr>
            <a:stCxn id="8" idx="2"/>
          </p:cNvCxnSpPr>
          <p:nvPr/>
        </p:nvCxnSpPr>
        <p:spPr>
          <a:xfrm flipH="1">
            <a:off x="6217459" y="3830780"/>
            <a:ext cx="1" cy="242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CD7FB5A6-A01B-4B9C-2E37-AF238631120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508540" y="4064000"/>
            <a:ext cx="1" cy="261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A9F326D-D763-E98B-A560-1AA494028B5A}"/>
              </a:ext>
            </a:extLst>
          </p:cNvPr>
          <p:cNvCxnSpPr>
            <a:cxnSpLocks/>
          </p:cNvCxnSpPr>
          <p:nvPr/>
        </p:nvCxnSpPr>
        <p:spPr>
          <a:xfrm flipH="1">
            <a:off x="9113338" y="4105799"/>
            <a:ext cx="2271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9D3FC2DF-6B86-82AF-51C3-794830768571}"/>
              </a:ext>
            </a:extLst>
          </p:cNvPr>
          <p:cNvSpPr/>
          <p:nvPr/>
        </p:nvSpPr>
        <p:spPr>
          <a:xfrm>
            <a:off x="5350627" y="5063381"/>
            <a:ext cx="1733663" cy="38421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打破牆壁</a:t>
            </a:r>
            <a:r>
              <a:rPr lang="en-US" altLang="zh-TW" dirty="0"/>
              <a:t>+5</a:t>
            </a:r>
            <a:r>
              <a:rPr lang="zh-TW" altLang="en-US" dirty="0"/>
              <a:t>分</a:t>
            </a:r>
            <a:endParaRPr lang="en-US" altLang="zh-TW" dirty="0"/>
          </a:p>
        </p:txBody>
      </p: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89665C72-B3C6-6583-0E7A-79B9358F10BC}"/>
              </a:ext>
            </a:extLst>
          </p:cNvPr>
          <p:cNvCxnSpPr/>
          <p:nvPr/>
        </p:nvCxnSpPr>
        <p:spPr>
          <a:xfrm>
            <a:off x="6217459" y="4064000"/>
            <a:ext cx="0" cy="1320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4FCE9464-347C-49B0-1D70-412512512D37}"/>
              </a:ext>
            </a:extLst>
          </p:cNvPr>
          <p:cNvSpPr/>
          <p:nvPr/>
        </p:nvSpPr>
        <p:spPr>
          <a:xfrm>
            <a:off x="3304024" y="4599706"/>
            <a:ext cx="1051107" cy="5301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obstacle</a:t>
            </a:r>
          </a:p>
        </p:txBody>
      </p:sp>
      <p:cxnSp>
        <p:nvCxnSpPr>
          <p:cNvPr id="68" name="直線接點 67">
            <a:extLst>
              <a:ext uri="{FF2B5EF4-FFF2-40B4-BE49-F238E27FC236}">
                <a16:creationId xmlns:a16="http://schemas.microsoft.com/office/drawing/2014/main" id="{E7A691FF-8A76-A85F-C1CC-4FE22959E4C4}"/>
              </a:ext>
            </a:extLst>
          </p:cNvPr>
          <p:cNvCxnSpPr/>
          <p:nvPr/>
        </p:nvCxnSpPr>
        <p:spPr>
          <a:xfrm>
            <a:off x="3829577" y="4231414"/>
            <a:ext cx="0" cy="3798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050FF46D-3A75-81C7-09CB-EA0B4AEFC82F}"/>
              </a:ext>
            </a:extLst>
          </p:cNvPr>
          <p:cNvCxnSpPr>
            <a:cxnSpLocks/>
          </p:cNvCxnSpPr>
          <p:nvPr/>
        </p:nvCxnSpPr>
        <p:spPr>
          <a:xfrm>
            <a:off x="2046177" y="3867733"/>
            <a:ext cx="0" cy="33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DDE09452-C5C7-7815-8DC3-44546E553117}"/>
              </a:ext>
            </a:extLst>
          </p:cNvPr>
          <p:cNvSpPr/>
          <p:nvPr/>
        </p:nvSpPr>
        <p:spPr>
          <a:xfrm>
            <a:off x="10694325" y="4311547"/>
            <a:ext cx="1364213" cy="5301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射擊</a:t>
            </a:r>
            <a:endParaRPr lang="en-US" altLang="zh-TW" dirty="0"/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A2EF0F8B-D6DC-B856-3B0D-CB48A173FBD6}"/>
              </a:ext>
            </a:extLst>
          </p:cNvPr>
          <p:cNvCxnSpPr/>
          <p:nvPr/>
        </p:nvCxnSpPr>
        <p:spPr>
          <a:xfrm>
            <a:off x="9113338" y="4105799"/>
            <a:ext cx="0" cy="252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EEC41729-D460-C436-62FF-93DE45736173}"/>
              </a:ext>
            </a:extLst>
          </p:cNvPr>
          <p:cNvCxnSpPr>
            <a:cxnSpLocks/>
          </p:cNvCxnSpPr>
          <p:nvPr/>
        </p:nvCxnSpPr>
        <p:spPr>
          <a:xfrm flipH="1">
            <a:off x="11376431" y="4105799"/>
            <a:ext cx="6761" cy="2121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354F0D2-4B3D-DCC9-96C4-5C5C2FE39D18}"/>
              </a:ext>
            </a:extLst>
          </p:cNvPr>
          <p:cNvCxnSpPr>
            <a:cxnSpLocks/>
          </p:cNvCxnSpPr>
          <p:nvPr/>
        </p:nvCxnSpPr>
        <p:spPr>
          <a:xfrm>
            <a:off x="10092111" y="3849256"/>
            <a:ext cx="0" cy="256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4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FD4A33-93DD-ACB1-48B5-9378D999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919649-1590-1E8A-9779-50BA3167C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TW" altLang="en-US" dirty="0"/>
              <a:t>能夠打爆玩家</a:t>
            </a:r>
            <a:endParaRPr lang="en-US" altLang="zh-TW" dirty="0"/>
          </a:p>
          <a:p>
            <a:pPr lvl="1"/>
            <a:r>
              <a:rPr lang="zh-TW" altLang="en-US" dirty="0"/>
              <a:t>可正常移動</a:t>
            </a:r>
            <a:endParaRPr lang="en-US" altLang="zh-TW" dirty="0"/>
          </a:p>
          <a:p>
            <a:pPr lvl="1"/>
            <a:r>
              <a:rPr lang="zh-TW" altLang="en-US" dirty="0"/>
              <a:t>可閃躲子彈</a:t>
            </a:r>
            <a:endParaRPr lang="en-US" altLang="zh-TW" dirty="0"/>
          </a:p>
          <a:p>
            <a:pPr lvl="1"/>
            <a:r>
              <a:rPr lang="zh-TW" altLang="en-US" dirty="0"/>
              <a:t>會吃補包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1160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A09CB1-3BFC-74E9-4CAD-9C0E07EC7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Model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0735A1-953E-A8A8-3381-90CB075F4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Q-learning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2551839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296</TotalTime>
  <Words>83</Words>
  <Application>Microsoft Office PowerPoint</Application>
  <PresentationFormat>寬螢幕</PresentationFormat>
  <Paragraphs>37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回顧</vt:lpstr>
      <vt:lpstr>Tank Fighting</vt:lpstr>
      <vt:lpstr>需求</vt:lpstr>
      <vt:lpstr>Breakdown</vt:lpstr>
      <vt:lpstr>驗收</vt:lpstr>
      <vt:lpstr>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F113112134</dc:creator>
  <cp:lastModifiedBy>F113112134</cp:lastModifiedBy>
  <cp:revision>6</cp:revision>
  <dcterms:created xsi:type="dcterms:W3CDTF">2025-11-19T08:04:07Z</dcterms:created>
  <dcterms:modified xsi:type="dcterms:W3CDTF">2025-11-19T13:01:01Z</dcterms:modified>
</cp:coreProperties>
</file>